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0" r:id="rId3"/>
    <p:sldId id="257" r:id="rId4"/>
    <p:sldId id="261" r:id="rId5"/>
    <p:sldId id="258" r:id="rId6"/>
    <p:sldId id="263" r:id="rId7"/>
    <p:sldId id="259" r:id="rId8"/>
    <p:sldId id="262" r:id="rId9"/>
    <p:sldId id="260" r:id="rId10"/>
    <p:sldId id="273" r:id="rId11"/>
    <p:sldId id="275" r:id="rId12"/>
    <p:sldId id="272" r:id="rId13"/>
    <p:sldId id="271" r:id="rId14"/>
    <p:sldId id="265" r:id="rId15"/>
    <p:sldId id="266" r:id="rId16"/>
    <p:sldId id="267" r:id="rId17"/>
    <p:sldId id="268" r:id="rId18"/>
    <p:sldId id="274" r:id="rId19"/>
    <p:sldId id="269" r:id="rId20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B97B03-25F5-B14B-9189-CC646A266F4E}" v="338" dt="2026-06-16T11:31:46.2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Stijl, lich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67"/>
    <p:restoredTop sz="94684"/>
  </p:normalViewPr>
  <p:slideViewPr>
    <p:cSldViewPr snapToGrid="0">
      <p:cViewPr varScale="1">
        <p:scale>
          <a:sx n="120" d="100"/>
          <a:sy n="120" d="100"/>
        </p:scale>
        <p:origin x="184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image" Target="../media/image13.svg"/><Relationship Id="rId4" Type="http://schemas.openxmlformats.org/officeDocument/2006/relationships/image" Target="../media/image19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svg"/><Relationship Id="rId1" Type="http://schemas.openxmlformats.org/officeDocument/2006/relationships/image" Target="../media/image20.svg"/></Relationships>
</file>

<file path=ppt/diagrams/_rels/data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image" Target="../media/image23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image" Target="../media/image13.svg"/><Relationship Id="rId4" Type="http://schemas.openxmlformats.org/officeDocument/2006/relationships/image" Target="../media/image19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svg"/><Relationship Id="rId1" Type="http://schemas.openxmlformats.org/officeDocument/2006/relationships/image" Target="../media/image20.svg"/></Relationships>
</file>

<file path=ppt/diagrams/_rels/drawing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image" Target="../media/image2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D39D2ED-2137-43A7-9D63-B311B5442607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5978B71-E7A4-4982-B2C7-9CC871E0C7BA}">
      <dgm:prSet/>
      <dgm:spPr/>
      <dgm:t>
        <a:bodyPr/>
        <a:lstStyle/>
        <a:p>
          <a:r>
            <a:rPr lang="nl-NL"/>
            <a:t>Literature research</a:t>
          </a:r>
          <a:endParaRPr lang="en-US"/>
        </a:p>
      </dgm:t>
    </dgm:pt>
    <dgm:pt modelId="{90259FE2-FAB1-45D9-9E8E-4711E3963263}" type="parTrans" cxnId="{D94AEDB5-4037-4BE4-A115-79803252E4B8}">
      <dgm:prSet/>
      <dgm:spPr/>
      <dgm:t>
        <a:bodyPr/>
        <a:lstStyle/>
        <a:p>
          <a:endParaRPr lang="en-US"/>
        </a:p>
      </dgm:t>
    </dgm:pt>
    <dgm:pt modelId="{D6499330-A479-46C6-840D-DD0EAD1C3E8C}" type="sibTrans" cxnId="{D94AEDB5-4037-4BE4-A115-79803252E4B8}">
      <dgm:prSet/>
      <dgm:spPr/>
      <dgm:t>
        <a:bodyPr/>
        <a:lstStyle/>
        <a:p>
          <a:endParaRPr lang="en-US"/>
        </a:p>
      </dgm:t>
    </dgm:pt>
    <dgm:pt modelId="{73B6A14E-F163-4A4F-BBC7-62E885536B68}">
      <dgm:prSet/>
      <dgm:spPr/>
      <dgm:t>
        <a:bodyPr/>
        <a:lstStyle/>
        <a:p>
          <a:r>
            <a:rPr lang="nl-NL" dirty="0"/>
            <a:t>Diabetes </a:t>
          </a:r>
          <a:r>
            <a:rPr lang="nl-NL" dirty="0" err="1"/>
            <a:t>managements</a:t>
          </a:r>
          <a:r>
            <a:rPr lang="nl-NL" dirty="0"/>
            <a:t> </a:t>
          </a:r>
          <a:r>
            <a:rPr lang="nl-NL" dirty="0" err="1"/>
            <a:t>causes</a:t>
          </a:r>
          <a:r>
            <a:rPr lang="nl-NL" dirty="0"/>
            <a:t> </a:t>
          </a:r>
          <a:r>
            <a:rPr lang="nl-NL" dirty="0" err="1"/>
            <a:t>lower</a:t>
          </a:r>
          <a:r>
            <a:rPr lang="nl-NL" dirty="0"/>
            <a:t> </a:t>
          </a:r>
          <a:r>
            <a:rPr lang="nl-NL" dirty="0" err="1"/>
            <a:t>readmission</a:t>
          </a:r>
          <a:r>
            <a:rPr lang="nl-NL" dirty="0"/>
            <a:t> </a:t>
          </a:r>
          <a:r>
            <a:rPr lang="nl-NL" dirty="0" err="1"/>
            <a:t>rates</a:t>
          </a:r>
          <a:endParaRPr lang="en-US" dirty="0"/>
        </a:p>
      </dgm:t>
    </dgm:pt>
    <dgm:pt modelId="{EF418CB9-3A6D-44CC-8DA9-F0D985FFC06C}" type="parTrans" cxnId="{259FA8F8-3043-46B4-9B6B-63674C3655A7}">
      <dgm:prSet/>
      <dgm:spPr/>
      <dgm:t>
        <a:bodyPr/>
        <a:lstStyle/>
        <a:p>
          <a:endParaRPr lang="en-US"/>
        </a:p>
      </dgm:t>
    </dgm:pt>
    <dgm:pt modelId="{5FD2D5A4-BFDA-4095-B86A-4D9F039F27DD}" type="sibTrans" cxnId="{259FA8F8-3043-46B4-9B6B-63674C3655A7}">
      <dgm:prSet/>
      <dgm:spPr/>
      <dgm:t>
        <a:bodyPr/>
        <a:lstStyle/>
        <a:p>
          <a:endParaRPr lang="en-US"/>
        </a:p>
      </dgm:t>
    </dgm:pt>
    <dgm:pt modelId="{57CC8ABA-280E-43BB-A262-DBD68804AF2A}">
      <dgm:prSet/>
      <dgm:spPr/>
      <dgm:t>
        <a:bodyPr/>
        <a:lstStyle/>
        <a:p>
          <a:r>
            <a:rPr lang="nl-NL"/>
            <a:t>Feature set</a:t>
          </a:r>
          <a:endParaRPr lang="en-US"/>
        </a:p>
      </dgm:t>
    </dgm:pt>
    <dgm:pt modelId="{06E611BD-253A-4E26-9BA9-8CB75C5E9E6C}" type="parTrans" cxnId="{3365C698-A267-4CED-B7C0-91BB9999C00E}">
      <dgm:prSet/>
      <dgm:spPr/>
      <dgm:t>
        <a:bodyPr/>
        <a:lstStyle/>
        <a:p>
          <a:endParaRPr lang="en-US"/>
        </a:p>
      </dgm:t>
    </dgm:pt>
    <dgm:pt modelId="{095B7F0E-A09A-453A-AD84-921816A215D3}" type="sibTrans" cxnId="{3365C698-A267-4CED-B7C0-91BB9999C00E}">
      <dgm:prSet/>
      <dgm:spPr/>
      <dgm:t>
        <a:bodyPr/>
        <a:lstStyle/>
        <a:p>
          <a:endParaRPr lang="en-US"/>
        </a:p>
      </dgm:t>
    </dgm:pt>
    <dgm:pt modelId="{6AFD2F73-6756-469C-A538-3FDA258E4A23}">
      <dgm:prSet/>
      <dgm:spPr/>
      <dgm:t>
        <a:bodyPr/>
        <a:lstStyle/>
        <a:p>
          <a:r>
            <a:rPr lang="nl-NL" dirty="0"/>
            <a:t>Model </a:t>
          </a:r>
          <a:r>
            <a:rPr lang="nl-NL" dirty="0" err="1"/>
            <a:t>considerations</a:t>
          </a:r>
          <a:r>
            <a:rPr lang="nl-NL" dirty="0"/>
            <a:t> (</a:t>
          </a:r>
          <a:r>
            <a:rPr lang="nl-NL" dirty="0" err="1"/>
            <a:t>predicting</a:t>
          </a:r>
          <a:r>
            <a:rPr lang="nl-NL" dirty="0"/>
            <a:t> a </a:t>
          </a:r>
          <a:r>
            <a:rPr lang="nl-NL" dirty="0" err="1"/>
            <a:t>continious</a:t>
          </a:r>
          <a:r>
            <a:rPr lang="nl-NL" dirty="0"/>
            <a:t> </a:t>
          </a:r>
          <a:r>
            <a:rPr lang="nl-NL" dirty="0" err="1"/>
            <a:t>value</a:t>
          </a:r>
          <a:r>
            <a:rPr lang="nl-NL" dirty="0"/>
            <a:t> </a:t>
          </a:r>
          <a:r>
            <a:rPr lang="nl-NL" dirty="0" err="1"/>
            <a:t>rather</a:t>
          </a:r>
          <a:r>
            <a:rPr lang="nl-NL" dirty="0"/>
            <a:t> </a:t>
          </a:r>
          <a:r>
            <a:rPr lang="nl-NL" dirty="0" err="1"/>
            <a:t>that</a:t>
          </a:r>
          <a:r>
            <a:rPr lang="nl-NL" dirty="0"/>
            <a:t> 0/1)</a:t>
          </a:r>
          <a:endParaRPr lang="en-US" dirty="0"/>
        </a:p>
      </dgm:t>
    </dgm:pt>
    <dgm:pt modelId="{5A333AF4-DA98-4138-BA06-695FEF5868CA}" type="parTrans" cxnId="{47D9B59D-953E-4C07-AB08-2B4082825C42}">
      <dgm:prSet/>
      <dgm:spPr/>
      <dgm:t>
        <a:bodyPr/>
        <a:lstStyle/>
        <a:p>
          <a:endParaRPr lang="en-US"/>
        </a:p>
      </dgm:t>
    </dgm:pt>
    <dgm:pt modelId="{2D62EEA7-2383-4E75-95F5-FA38EDBCA0D6}" type="sibTrans" cxnId="{47D9B59D-953E-4C07-AB08-2B4082825C42}">
      <dgm:prSet/>
      <dgm:spPr/>
      <dgm:t>
        <a:bodyPr/>
        <a:lstStyle/>
        <a:p>
          <a:endParaRPr lang="en-US"/>
        </a:p>
      </dgm:t>
    </dgm:pt>
    <dgm:pt modelId="{578C8A70-4EAC-47BE-95C7-2AE411A5EA9E}">
      <dgm:prSet/>
      <dgm:spPr/>
      <dgm:t>
        <a:bodyPr/>
        <a:lstStyle/>
        <a:p>
          <a:r>
            <a:rPr lang="nl-NL"/>
            <a:t>Data availibility &amp; limitations</a:t>
          </a:r>
          <a:endParaRPr lang="en-US"/>
        </a:p>
      </dgm:t>
    </dgm:pt>
    <dgm:pt modelId="{DBBE7ED5-CA5E-4D11-9478-40F1D36DDC78}" type="parTrans" cxnId="{053D6BF2-743D-43EC-9258-DE42DB0F4B72}">
      <dgm:prSet/>
      <dgm:spPr/>
      <dgm:t>
        <a:bodyPr/>
        <a:lstStyle/>
        <a:p>
          <a:endParaRPr lang="en-US"/>
        </a:p>
      </dgm:t>
    </dgm:pt>
    <dgm:pt modelId="{2D4F93DE-3C93-4144-855E-EC31F77AAFB0}" type="sibTrans" cxnId="{053D6BF2-743D-43EC-9258-DE42DB0F4B72}">
      <dgm:prSet/>
      <dgm:spPr/>
      <dgm:t>
        <a:bodyPr/>
        <a:lstStyle/>
        <a:p>
          <a:endParaRPr lang="en-US"/>
        </a:p>
      </dgm:t>
    </dgm:pt>
    <dgm:pt modelId="{ED91BAE8-74A5-414A-A64F-2CA2A04A0180}">
      <dgm:prSet/>
      <dgm:spPr/>
      <dgm:t>
        <a:bodyPr/>
        <a:lstStyle/>
        <a:p>
          <a:r>
            <a:rPr lang="nl-NL"/>
            <a:t>Target design (30 days readmission)</a:t>
          </a:r>
          <a:endParaRPr lang="en-US"/>
        </a:p>
      </dgm:t>
    </dgm:pt>
    <dgm:pt modelId="{7F94A75B-F06E-46C0-BBAD-E341DF9467B9}" type="parTrans" cxnId="{BD82FAB9-A93D-46EE-B92C-7E5EFA75F8E7}">
      <dgm:prSet/>
      <dgm:spPr/>
      <dgm:t>
        <a:bodyPr/>
        <a:lstStyle/>
        <a:p>
          <a:endParaRPr lang="en-US"/>
        </a:p>
      </dgm:t>
    </dgm:pt>
    <dgm:pt modelId="{69819BEE-A14F-4F10-839E-22F21CE03D13}" type="sibTrans" cxnId="{BD82FAB9-A93D-46EE-B92C-7E5EFA75F8E7}">
      <dgm:prSet/>
      <dgm:spPr/>
      <dgm:t>
        <a:bodyPr/>
        <a:lstStyle/>
        <a:p>
          <a:endParaRPr lang="en-US"/>
        </a:p>
      </dgm:t>
    </dgm:pt>
    <dgm:pt modelId="{5E43D09A-131A-4F44-B8AC-77987700F53B}">
      <dgm:prSet/>
      <dgm:spPr/>
      <dgm:t>
        <a:bodyPr/>
        <a:lstStyle/>
        <a:p>
          <a:r>
            <a:rPr lang="nl-NL"/>
            <a:t>Ethical considerations</a:t>
          </a:r>
          <a:endParaRPr lang="en-US"/>
        </a:p>
      </dgm:t>
    </dgm:pt>
    <dgm:pt modelId="{69169BDA-3053-4EBA-B052-EACE58AB5F14}" type="parTrans" cxnId="{E0668FC2-C72D-4990-8352-DEF22D7F53C8}">
      <dgm:prSet/>
      <dgm:spPr/>
      <dgm:t>
        <a:bodyPr/>
        <a:lstStyle/>
        <a:p>
          <a:endParaRPr lang="en-US"/>
        </a:p>
      </dgm:t>
    </dgm:pt>
    <dgm:pt modelId="{DD736479-56BA-40F2-86DC-A87F0C52958B}" type="sibTrans" cxnId="{E0668FC2-C72D-4990-8352-DEF22D7F53C8}">
      <dgm:prSet/>
      <dgm:spPr/>
      <dgm:t>
        <a:bodyPr/>
        <a:lstStyle/>
        <a:p>
          <a:endParaRPr lang="en-US"/>
        </a:p>
      </dgm:t>
    </dgm:pt>
    <dgm:pt modelId="{A23367D7-821C-4B59-B690-92421835F21F}">
      <dgm:prSet/>
      <dgm:spPr/>
      <dgm:t>
        <a:bodyPr/>
        <a:lstStyle/>
        <a:p>
          <a:r>
            <a:rPr lang="nl-NL"/>
            <a:t>Explainainable AI</a:t>
          </a:r>
          <a:endParaRPr lang="en-US"/>
        </a:p>
      </dgm:t>
    </dgm:pt>
    <dgm:pt modelId="{894354FB-66DF-4E6C-B74B-1D23318291CA}" type="parTrans" cxnId="{64A32675-6293-47BA-BE67-6366163E3425}">
      <dgm:prSet/>
      <dgm:spPr/>
      <dgm:t>
        <a:bodyPr/>
        <a:lstStyle/>
        <a:p>
          <a:endParaRPr lang="en-US"/>
        </a:p>
      </dgm:t>
    </dgm:pt>
    <dgm:pt modelId="{F607B9D8-1D6C-4867-B7D2-29731A59CD67}" type="sibTrans" cxnId="{64A32675-6293-47BA-BE67-6366163E3425}">
      <dgm:prSet/>
      <dgm:spPr/>
      <dgm:t>
        <a:bodyPr/>
        <a:lstStyle/>
        <a:p>
          <a:endParaRPr lang="en-US"/>
        </a:p>
      </dgm:t>
    </dgm:pt>
    <dgm:pt modelId="{7D5C12DE-7042-384A-8B1F-0D667875B43C}" type="pres">
      <dgm:prSet presAssocID="{CD39D2ED-2137-43A7-9D63-B311B5442607}" presName="Name0" presStyleCnt="0">
        <dgm:presLayoutVars>
          <dgm:dir/>
          <dgm:resizeHandles val="exact"/>
        </dgm:presLayoutVars>
      </dgm:prSet>
      <dgm:spPr/>
    </dgm:pt>
    <dgm:pt modelId="{4173A430-D169-2F40-AC48-E2ECC4435BA2}" type="pres">
      <dgm:prSet presAssocID="{75978B71-E7A4-4982-B2C7-9CC871E0C7BA}" presName="node" presStyleLbl="node1" presStyleIdx="0" presStyleCnt="8">
        <dgm:presLayoutVars>
          <dgm:bulletEnabled val="1"/>
        </dgm:presLayoutVars>
      </dgm:prSet>
      <dgm:spPr/>
    </dgm:pt>
    <dgm:pt modelId="{A981435B-9DD6-4D4F-ADB2-F58B2B0C6DA8}" type="pres">
      <dgm:prSet presAssocID="{D6499330-A479-46C6-840D-DD0EAD1C3E8C}" presName="sibTrans" presStyleLbl="sibTrans1D1" presStyleIdx="0" presStyleCnt="7"/>
      <dgm:spPr/>
    </dgm:pt>
    <dgm:pt modelId="{40B8EC30-74F4-AB4E-98C8-C4724EDBF649}" type="pres">
      <dgm:prSet presAssocID="{D6499330-A479-46C6-840D-DD0EAD1C3E8C}" presName="connectorText" presStyleLbl="sibTrans1D1" presStyleIdx="0" presStyleCnt="7"/>
      <dgm:spPr/>
    </dgm:pt>
    <dgm:pt modelId="{203F12D1-8A24-8042-A179-2B90AC3D6ABB}" type="pres">
      <dgm:prSet presAssocID="{73B6A14E-F163-4A4F-BBC7-62E885536B68}" presName="node" presStyleLbl="node1" presStyleIdx="1" presStyleCnt="8">
        <dgm:presLayoutVars>
          <dgm:bulletEnabled val="1"/>
        </dgm:presLayoutVars>
      </dgm:prSet>
      <dgm:spPr/>
    </dgm:pt>
    <dgm:pt modelId="{902370D2-4E6B-0841-9AFC-204643DD0692}" type="pres">
      <dgm:prSet presAssocID="{5FD2D5A4-BFDA-4095-B86A-4D9F039F27DD}" presName="sibTrans" presStyleLbl="sibTrans1D1" presStyleIdx="1" presStyleCnt="7"/>
      <dgm:spPr/>
    </dgm:pt>
    <dgm:pt modelId="{5E6781C6-502E-ED4D-BAAB-24D0E77D924C}" type="pres">
      <dgm:prSet presAssocID="{5FD2D5A4-BFDA-4095-B86A-4D9F039F27DD}" presName="connectorText" presStyleLbl="sibTrans1D1" presStyleIdx="1" presStyleCnt="7"/>
      <dgm:spPr/>
    </dgm:pt>
    <dgm:pt modelId="{F03FF560-A7A0-E242-BF21-E5A0389CCE64}" type="pres">
      <dgm:prSet presAssocID="{57CC8ABA-280E-43BB-A262-DBD68804AF2A}" presName="node" presStyleLbl="node1" presStyleIdx="2" presStyleCnt="8">
        <dgm:presLayoutVars>
          <dgm:bulletEnabled val="1"/>
        </dgm:presLayoutVars>
      </dgm:prSet>
      <dgm:spPr/>
    </dgm:pt>
    <dgm:pt modelId="{9E4817B6-B028-B14A-919F-333D1A1B245B}" type="pres">
      <dgm:prSet presAssocID="{095B7F0E-A09A-453A-AD84-921816A215D3}" presName="sibTrans" presStyleLbl="sibTrans1D1" presStyleIdx="2" presStyleCnt="7"/>
      <dgm:spPr/>
    </dgm:pt>
    <dgm:pt modelId="{2240603F-C9D4-E84D-B64A-D47EAB37C50B}" type="pres">
      <dgm:prSet presAssocID="{095B7F0E-A09A-453A-AD84-921816A215D3}" presName="connectorText" presStyleLbl="sibTrans1D1" presStyleIdx="2" presStyleCnt="7"/>
      <dgm:spPr/>
    </dgm:pt>
    <dgm:pt modelId="{B7906AC5-81E6-994E-A0A6-6C3C2096A95D}" type="pres">
      <dgm:prSet presAssocID="{6AFD2F73-6756-469C-A538-3FDA258E4A23}" presName="node" presStyleLbl="node1" presStyleIdx="3" presStyleCnt="8">
        <dgm:presLayoutVars>
          <dgm:bulletEnabled val="1"/>
        </dgm:presLayoutVars>
      </dgm:prSet>
      <dgm:spPr/>
    </dgm:pt>
    <dgm:pt modelId="{8E2544E4-9A1C-9542-BCA3-9721B4C784F1}" type="pres">
      <dgm:prSet presAssocID="{2D62EEA7-2383-4E75-95F5-FA38EDBCA0D6}" presName="sibTrans" presStyleLbl="sibTrans1D1" presStyleIdx="3" presStyleCnt="7"/>
      <dgm:spPr/>
    </dgm:pt>
    <dgm:pt modelId="{0841E24E-E85E-4B43-9347-E2F2F744B06A}" type="pres">
      <dgm:prSet presAssocID="{2D62EEA7-2383-4E75-95F5-FA38EDBCA0D6}" presName="connectorText" presStyleLbl="sibTrans1D1" presStyleIdx="3" presStyleCnt="7"/>
      <dgm:spPr/>
    </dgm:pt>
    <dgm:pt modelId="{33BDD1B7-51C2-7842-8936-8852796F7139}" type="pres">
      <dgm:prSet presAssocID="{578C8A70-4EAC-47BE-95C7-2AE411A5EA9E}" presName="node" presStyleLbl="node1" presStyleIdx="4" presStyleCnt="8">
        <dgm:presLayoutVars>
          <dgm:bulletEnabled val="1"/>
        </dgm:presLayoutVars>
      </dgm:prSet>
      <dgm:spPr/>
    </dgm:pt>
    <dgm:pt modelId="{0549D6EA-D21C-D64B-84FF-7CB712A9FD41}" type="pres">
      <dgm:prSet presAssocID="{2D4F93DE-3C93-4144-855E-EC31F77AAFB0}" presName="sibTrans" presStyleLbl="sibTrans1D1" presStyleIdx="4" presStyleCnt="7"/>
      <dgm:spPr/>
    </dgm:pt>
    <dgm:pt modelId="{F6B22DCF-6D38-5441-874F-4B95B444B817}" type="pres">
      <dgm:prSet presAssocID="{2D4F93DE-3C93-4144-855E-EC31F77AAFB0}" presName="connectorText" presStyleLbl="sibTrans1D1" presStyleIdx="4" presStyleCnt="7"/>
      <dgm:spPr/>
    </dgm:pt>
    <dgm:pt modelId="{097823FA-94BA-0448-8508-3DA883C1B072}" type="pres">
      <dgm:prSet presAssocID="{ED91BAE8-74A5-414A-A64F-2CA2A04A0180}" presName="node" presStyleLbl="node1" presStyleIdx="5" presStyleCnt="8">
        <dgm:presLayoutVars>
          <dgm:bulletEnabled val="1"/>
        </dgm:presLayoutVars>
      </dgm:prSet>
      <dgm:spPr/>
    </dgm:pt>
    <dgm:pt modelId="{66C68DA1-518E-D243-8C8B-362F9E73C8EA}" type="pres">
      <dgm:prSet presAssocID="{69819BEE-A14F-4F10-839E-22F21CE03D13}" presName="sibTrans" presStyleLbl="sibTrans1D1" presStyleIdx="5" presStyleCnt="7"/>
      <dgm:spPr/>
    </dgm:pt>
    <dgm:pt modelId="{66707394-9696-9A4D-BFA5-9B68F8391060}" type="pres">
      <dgm:prSet presAssocID="{69819BEE-A14F-4F10-839E-22F21CE03D13}" presName="connectorText" presStyleLbl="sibTrans1D1" presStyleIdx="5" presStyleCnt="7"/>
      <dgm:spPr/>
    </dgm:pt>
    <dgm:pt modelId="{8766A1CC-0901-E749-A50C-F6E85F4DA3D1}" type="pres">
      <dgm:prSet presAssocID="{5E43D09A-131A-4F44-B8AC-77987700F53B}" presName="node" presStyleLbl="node1" presStyleIdx="6" presStyleCnt="8">
        <dgm:presLayoutVars>
          <dgm:bulletEnabled val="1"/>
        </dgm:presLayoutVars>
      </dgm:prSet>
      <dgm:spPr/>
    </dgm:pt>
    <dgm:pt modelId="{A2EA58FD-04C3-FE4C-99ED-44AACA0EB703}" type="pres">
      <dgm:prSet presAssocID="{DD736479-56BA-40F2-86DC-A87F0C52958B}" presName="sibTrans" presStyleLbl="sibTrans1D1" presStyleIdx="6" presStyleCnt="7"/>
      <dgm:spPr/>
    </dgm:pt>
    <dgm:pt modelId="{BF65AB1C-92FD-5643-8D2A-D38547212551}" type="pres">
      <dgm:prSet presAssocID="{DD736479-56BA-40F2-86DC-A87F0C52958B}" presName="connectorText" presStyleLbl="sibTrans1D1" presStyleIdx="6" presStyleCnt="7"/>
      <dgm:spPr/>
    </dgm:pt>
    <dgm:pt modelId="{DAA26C59-3073-7C41-B57F-3104AE93E2F2}" type="pres">
      <dgm:prSet presAssocID="{A23367D7-821C-4B59-B690-92421835F21F}" presName="node" presStyleLbl="node1" presStyleIdx="7" presStyleCnt="8">
        <dgm:presLayoutVars>
          <dgm:bulletEnabled val="1"/>
        </dgm:presLayoutVars>
      </dgm:prSet>
      <dgm:spPr/>
    </dgm:pt>
  </dgm:ptLst>
  <dgm:cxnLst>
    <dgm:cxn modelId="{CEF29423-434E-AA44-A670-EDA181152199}" type="presOf" srcId="{2D62EEA7-2383-4E75-95F5-FA38EDBCA0D6}" destId="{0841E24E-E85E-4B43-9347-E2F2F744B06A}" srcOrd="1" destOrd="0" presId="urn:microsoft.com/office/officeart/2016/7/layout/RepeatingBendingProcessNew"/>
    <dgm:cxn modelId="{15BD2133-62B5-F545-838D-0D6EA66800F4}" type="presOf" srcId="{578C8A70-4EAC-47BE-95C7-2AE411A5EA9E}" destId="{33BDD1B7-51C2-7842-8936-8852796F7139}" srcOrd="0" destOrd="0" presId="urn:microsoft.com/office/officeart/2016/7/layout/RepeatingBendingProcessNew"/>
    <dgm:cxn modelId="{C169843B-8068-6547-BE58-0C6F02DF8DE3}" type="presOf" srcId="{095B7F0E-A09A-453A-AD84-921816A215D3}" destId="{9E4817B6-B028-B14A-919F-333D1A1B245B}" srcOrd="0" destOrd="0" presId="urn:microsoft.com/office/officeart/2016/7/layout/RepeatingBendingProcessNew"/>
    <dgm:cxn modelId="{1575DD41-8477-1546-B718-96C2F88D9A45}" type="presOf" srcId="{DD736479-56BA-40F2-86DC-A87F0C52958B}" destId="{A2EA58FD-04C3-FE4C-99ED-44AACA0EB703}" srcOrd="0" destOrd="0" presId="urn:microsoft.com/office/officeart/2016/7/layout/RepeatingBendingProcessNew"/>
    <dgm:cxn modelId="{B57FF945-F372-8A47-966F-C41D2CBC967D}" type="presOf" srcId="{2D4F93DE-3C93-4144-855E-EC31F77AAFB0}" destId="{F6B22DCF-6D38-5441-874F-4B95B444B817}" srcOrd="1" destOrd="0" presId="urn:microsoft.com/office/officeart/2016/7/layout/RepeatingBendingProcessNew"/>
    <dgm:cxn modelId="{3E675C4E-196F-5B4E-A6D5-088826078568}" type="presOf" srcId="{69819BEE-A14F-4F10-839E-22F21CE03D13}" destId="{66C68DA1-518E-D243-8C8B-362F9E73C8EA}" srcOrd="0" destOrd="0" presId="urn:microsoft.com/office/officeart/2016/7/layout/RepeatingBendingProcessNew"/>
    <dgm:cxn modelId="{C5948C4F-C3C0-E349-A711-41BC564CE674}" type="presOf" srcId="{D6499330-A479-46C6-840D-DD0EAD1C3E8C}" destId="{40B8EC30-74F4-AB4E-98C8-C4724EDBF649}" srcOrd="1" destOrd="0" presId="urn:microsoft.com/office/officeart/2016/7/layout/RepeatingBendingProcessNew"/>
    <dgm:cxn modelId="{B7AF7F65-1929-DE4F-BD2A-C7CD2DF08C9D}" type="presOf" srcId="{2D62EEA7-2383-4E75-95F5-FA38EDBCA0D6}" destId="{8E2544E4-9A1C-9542-BCA3-9721B4C784F1}" srcOrd="0" destOrd="0" presId="urn:microsoft.com/office/officeart/2016/7/layout/RepeatingBendingProcessNew"/>
    <dgm:cxn modelId="{888FB467-DE38-704F-AB4E-17AA83AA6B94}" type="presOf" srcId="{DD736479-56BA-40F2-86DC-A87F0C52958B}" destId="{BF65AB1C-92FD-5643-8D2A-D38547212551}" srcOrd="1" destOrd="0" presId="urn:microsoft.com/office/officeart/2016/7/layout/RepeatingBendingProcessNew"/>
    <dgm:cxn modelId="{6111AD73-A40A-0C40-9D4D-3FB247011911}" type="presOf" srcId="{5FD2D5A4-BFDA-4095-B86A-4D9F039F27DD}" destId="{5E6781C6-502E-ED4D-BAAB-24D0E77D924C}" srcOrd="1" destOrd="0" presId="urn:microsoft.com/office/officeart/2016/7/layout/RepeatingBendingProcessNew"/>
    <dgm:cxn modelId="{64A32675-6293-47BA-BE67-6366163E3425}" srcId="{CD39D2ED-2137-43A7-9D63-B311B5442607}" destId="{A23367D7-821C-4B59-B690-92421835F21F}" srcOrd="7" destOrd="0" parTransId="{894354FB-66DF-4E6C-B74B-1D23318291CA}" sibTransId="{F607B9D8-1D6C-4867-B7D2-29731A59CD67}"/>
    <dgm:cxn modelId="{9AD75978-2069-C647-94B6-7E32FF421D6F}" type="presOf" srcId="{69819BEE-A14F-4F10-839E-22F21CE03D13}" destId="{66707394-9696-9A4D-BFA5-9B68F8391060}" srcOrd="1" destOrd="0" presId="urn:microsoft.com/office/officeart/2016/7/layout/RepeatingBendingProcessNew"/>
    <dgm:cxn modelId="{9D9EBC7F-44BD-4146-9A02-1DC9D4FE4D04}" type="presOf" srcId="{2D4F93DE-3C93-4144-855E-EC31F77AAFB0}" destId="{0549D6EA-D21C-D64B-84FF-7CB712A9FD41}" srcOrd="0" destOrd="0" presId="urn:microsoft.com/office/officeart/2016/7/layout/RepeatingBendingProcessNew"/>
    <dgm:cxn modelId="{D7030689-0036-8D4D-8A71-155397EBBFFE}" type="presOf" srcId="{6AFD2F73-6756-469C-A538-3FDA258E4A23}" destId="{B7906AC5-81E6-994E-A0A6-6C3C2096A95D}" srcOrd="0" destOrd="0" presId="urn:microsoft.com/office/officeart/2016/7/layout/RepeatingBendingProcessNew"/>
    <dgm:cxn modelId="{A5936289-A922-6343-B070-03C73058F649}" type="presOf" srcId="{095B7F0E-A09A-453A-AD84-921816A215D3}" destId="{2240603F-C9D4-E84D-B64A-D47EAB37C50B}" srcOrd="1" destOrd="0" presId="urn:microsoft.com/office/officeart/2016/7/layout/RepeatingBendingProcessNew"/>
    <dgm:cxn modelId="{22C08B93-0DE8-1F43-ABC8-0CEFEDA72E12}" type="presOf" srcId="{5E43D09A-131A-4F44-B8AC-77987700F53B}" destId="{8766A1CC-0901-E749-A50C-F6E85F4DA3D1}" srcOrd="0" destOrd="0" presId="urn:microsoft.com/office/officeart/2016/7/layout/RepeatingBendingProcessNew"/>
    <dgm:cxn modelId="{3365C698-A267-4CED-B7C0-91BB9999C00E}" srcId="{CD39D2ED-2137-43A7-9D63-B311B5442607}" destId="{57CC8ABA-280E-43BB-A262-DBD68804AF2A}" srcOrd="2" destOrd="0" parTransId="{06E611BD-253A-4E26-9BA9-8CB75C5E9E6C}" sibTransId="{095B7F0E-A09A-453A-AD84-921816A215D3}"/>
    <dgm:cxn modelId="{47D9B59D-953E-4C07-AB08-2B4082825C42}" srcId="{CD39D2ED-2137-43A7-9D63-B311B5442607}" destId="{6AFD2F73-6756-469C-A538-3FDA258E4A23}" srcOrd="3" destOrd="0" parTransId="{5A333AF4-DA98-4138-BA06-695FEF5868CA}" sibTransId="{2D62EEA7-2383-4E75-95F5-FA38EDBCA0D6}"/>
    <dgm:cxn modelId="{AB79F5A6-71D9-DD47-BF66-F1F2466D7432}" type="presOf" srcId="{73B6A14E-F163-4A4F-BBC7-62E885536B68}" destId="{203F12D1-8A24-8042-A179-2B90AC3D6ABB}" srcOrd="0" destOrd="0" presId="urn:microsoft.com/office/officeart/2016/7/layout/RepeatingBendingProcessNew"/>
    <dgm:cxn modelId="{EEAE38AD-6457-1C4F-9BB1-781B60795030}" type="presOf" srcId="{57CC8ABA-280E-43BB-A262-DBD68804AF2A}" destId="{F03FF560-A7A0-E242-BF21-E5A0389CCE64}" srcOrd="0" destOrd="0" presId="urn:microsoft.com/office/officeart/2016/7/layout/RepeatingBendingProcessNew"/>
    <dgm:cxn modelId="{D94AEDB5-4037-4BE4-A115-79803252E4B8}" srcId="{CD39D2ED-2137-43A7-9D63-B311B5442607}" destId="{75978B71-E7A4-4982-B2C7-9CC871E0C7BA}" srcOrd="0" destOrd="0" parTransId="{90259FE2-FAB1-45D9-9E8E-4711E3963263}" sibTransId="{D6499330-A479-46C6-840D-DD0EAD1C3E8C}"/>
    <dgm:cxn modelId="{BD82FAB9-A93D-46EE-B92C-7E5EFA75F8E7}" srcId="{CD39D2ED-2137-43A7-9D63-B311B5442607}" destId="{ED91BAE8-74A5-414A-A64F-2CA2A04A0180}" srcOrd="5" destOrd="0" parTransId="{7F94A75B-F06E-46C0-BBAD-E341DF9467B9}" sibTransId="{69819BEE-A14F-4F10-839E-22F21CE03D13}"/>
    <dgm:cxn modelId="{E0668FC2-C72D-4990-8352-DEF22D7F53C8}" srcId="{CD39D2ED-2137-43A7-9D63-B311B5442607}" destId="{5E43D09A-131A-4F44-B8AC-77987700F53B}" srcOrd="6" destOrd="0" parTransId="{69169BDA-3053-4EBA-B052-EACE58AB5F14}" sibTransId="{DD736479-56BA-40F2-86DC-A87F0C52958B}"/>
    <dgm:cxn modelId="{A49EE7C9-E521-2D43-B730-5B0CA154A8CF}" type="presOf" srcId="{CD39D2ED-2137-43A7-9D63-B311B5442607}" destId="{7D5C12DE-7042-384A-8B1F-0D667875B43C}" srcOrd="0" destOrd="0" presId="urn:microsoft.com/office/officeart/2016/7/layout/RepeatingBendingProcessNew"/>
    <dgm:cxn modelId="{3F563BCA-1737-C145-AA01-8BD06348448C}" type="presOf" srcId="{75978B71-E7A4-4982-B2C7-9CC871E0C7BA}" destId="{4173A430-D169-2F40-AC48-E2ECC4435BA2}" srcOrd="0" destOrd="0" presId="urn:microsoft.com/office/officeart/2016/7/layout/RepeatingBendingProcessNew"/>
    <dgm:cxn modelId="{273347D5-FCB8-8045-B479-5CC1C1073AC4}" type="presOf" srcId="{A23367D7-821C-4B59-B690-92421835F21F}" destId="{DAA26C59-3073-7C41-B57F-3104AE93E2F2}" srcOrd="0" destOrd="0" presId="urn:microsoft.com/office/officeart/2016/7/layout/RepeatingBendingProcessNew"/>
    <dgm:cxn modelId="{8F0C3DE5-569C-E644-8E02-3521517D1E39}" type="presOf" srcId="{D6499330-A479-46C6-840D-DD0EAD1C3E8C}" destId="{A981435B-9DD6-4D4F-ADB2-F58B2B0C6DA8}" srcOrd="0" destOrd="0" presId="urn:microsoft.com/office/officeart/2016/7/layout/RepeatingBendingProcessNew"/>
    <dgm:cxn modelId="{053D6BF2-743D-43EC-9258-DE42DB0F4B72}" srcId="{CD39D2ED-2137-43A7-9D63-B311B5442607}" destId="{578C8A70-4EAC-47BE-95C7-2AE411A5EA9E}" srcOrd="4" destOrd="0" parTransId="{DBBE7ED5-CA5E-4D11-9478-40F1D36DDC78}" sibTransId="{2D4F93DE-3C93-4144-855E-EC31F77AAFB0}"/>
    <dgm:cxn modelId="{58FA04F4-CE05-4342-9332-BC5E847FC388}" type="presOf" srcId="{ED91BAE8-74A5-414A-A64F-2CA2A04A0180}" destId="{097823FA-94BA-0448-8508-3DA883C1B072}" srcOrd="0" destOrd="0" presId="urn:microsoft.com/office/officeart/2016/7/layout/RepeatingBendingProcessNew"/>
    <dgm:cxn modelId="{259FA8F8-3043-46B4-9B6B-63674C3655A7}" srcId="{CD39D2ED-2137-43A7-9D63-B311B5442607}" destId="{73B6A14E-F163-4A4F-BBC7-62E885536B68}" srcOrd="1" destOrd="0" parTransId="{EF418CB9-3A6D-44CC-8DA9-F0D985FFC06C}" sibTransId="{5FD2D5A4-BFDA-4095-B86A-4D9F039F27DD}"/>
    <dgm:cxn modelId="{7A4559FD-9AD0-C645-9756-0E5A644B7802}" type="presOf" srcId="{5FD2D5A4-BFDA-4095-B86A-4D9F039F27DD}" destId="{902370D2-4E6B-0841-9AFC-204643DD0692}" srcOrd="0" destOrd="0" presId="urn:microsoft.com/office/officeart/2016/7/layout/RepeatingBendingProcessNew"/>
    <dgm:cxn modelId="{0CB5C4D3-A0BD-A346-B79F-CC32CF698A4B}" type="presParOf" srcId="{7D5C12DE-7042-384A-8B1F-0D667875B43C}" destId="{4173A430-D169-2F40-AC48-E2ECC4435BA2}" srcOrd="0" destOrd="0" presId="urn:microsoft.com/office/officeart/2016/7/layout/RepeatingBendingProcessNew"/>
    <dgm:cxn modelId="{B02DF512-4E4C-6844-83E4-C298B2A6DC0E}" type="presParOf" srcId="{7D5C12DE-7042-384A-8B1F-0D667875B43C}" destId="{A981435B-9DD6-4D4F-ADB2-F58B2B0C6DA8}" srcOrd="1" destOrd="0" presId="urn:microsoft.com/office/officeart/2016/7/layout/RepeatingBendingProcessNew"/>
    <dgm:cxn modelId="{2D2E5CD0-AF44-1E4D-98A8-506585888BAA}" type="presParOf" srcId="{A981435B-9DD6-4D4F-ADB2-F58B2B0C6DA8}" destId="{40B8EC30-74F4-AB4E-98C8-C4724EDBF649}" srcOrd="0" destOrd="0" presId="urn:microsoft.com/office/officeart/2016/7/layout/RepeatingBendingProcessNew"/>
    <dgm:cxn modelId="{FBC36F8B-04AC-0C4E-81C5-43476B3D2776}" type="presParOf" srcId="{7D5C12DE-7042-384A-8B1F-0D667875B43C}" destId="{203F12D1-8A24-8042-A179-2B90AC3D6ABB}" srcOrd="2" destOrd="0" presId="urn:microsoft.com/office/officeart/2016/7/layout/RepeatingBendingProcessNew"/>
    <dgm:cxn modelId="{61478BDD-B5E5-394F-B4A0-05CA8A2CCA4F}" type="presParOf" srcId="{7D5C12DE-7042-384A-8B1F-0D667875B43C}" destId="{902370D2-4E6B-0841-9AFC-204643DD0692}" srcOrd="3" destOrd="0" presId="urn:microsoft.com/office/officeart/2016/7/layout/RepeatingBendingProcessNew"/>
    <dgm:cxn modelId="{43E47F55-767F-2843-B5E5-756B2FBEF3BE}" type="presParOf" srcId="{902370D2-4E6B-0841-9AFC-204643DD0692}" destId="{5E6781C6-502E-ED4D-BAAB-24D0E77D924C}" srcOrd="0" destOrd="0" presId="urn:microsoft.com/office/officeart/2016/7/layout/RepeatingBendingProcessNew"/>
    <dgm:cxn modelId="{704D1977-9B6B-054A-82C8-DC9E6272E885}" type="presParOf" srcId="{7D5C12DE-7042-384A-8B1F-0D667875B43C}" destId="{F03FF560-A7A0-E242-BF21-E5A0389CCE64}" srcOrd="4" destOrd="0" presId="urn:microsoft.com/office/officeart/2016/7/layout/RepeatingBendingProcessNew"/>
    <dgm:cxn modelId="{3D87E333-C4AD-9B44-A667-C26C907049B7}" type="presParOf" srcId="{7D5C12DE-7042-384A-8B1F-0D667875B43C}" destId="{9E4817B6-B028-B14A-919F-333D1A1B245B}" srcOrd="5" destOrd="0" presId="urn:microsoft.com/office/officeart/2016/7/layout/RepeatingBendingProcessNew"/>
    <dgm:cxn modelId="{3A225555-743A-4348-9BB6-3458B6D4D0DC}" type="presParOf" srcId="{9E4817B6-B028-B14A-919F-333D1A1B245B}" destId="{2240603F-C9D4-E84D-B64A-D47EAB37C50B}" srcOrd="0" destOrd="0" presId="urn:microsoft.com/office/officeart/2016/7/layout/RepeatingBendingProcessNew"/>
    <dgm:cxn modelId="{48F2D75E-8BE2-084C-87A0-8FDCF70A0471}" type="presParOf" srcId="{7D5C12DE-7042-384A-8B1F-0D667875B43C}" destId="{B7906AC5-81E6-994E-A0A6-6C3C2096A95D}" srcOrd="6" destOrd="0" presId="urn:microsoft.com/office/officeart/2016/7/layout/RepeatingBendingProcessNew"/>
    <dgm:cxn modelId="{7B78892C-4F6C-C244-895F-74E162DA2837}" type="presParOf" srcId="{7D5C12DE-7042-384A-8B1F-0D667875B43C}" destId="{8E2544E4-9A1C-9542-BCA3-9721B4C784F1}" srcOrd="7" destOrd="0" presId="urn:microsoft.com/office/officeart/2016/7/layout/RepeatingBendingProcessNew"/>
    <dgm:cxn modelId="{9B6E738A-8A42-394D-904F-3E6287E5A8E3}" type="presParOf" srcId="{8E2544E4-9A1C-9542-BCA3-9721B4C784F1}" destId="{0841E24E-E85E-4B43-9347-E2F2F744B06A}" srcOrd="0" destOrd="0" presId="urn:microsoft.com/office/officeart/2016/7/layout/RepeatingBendingProcessNew"/>
    <dgm:cxn modelId="{5DA1BB48-2A70-DB48-B3A8-E2C10EEADD07}" type="presParOf" srcId="{7D5C12DE-7042-384A-8B1F-0D667875B43C}" destId="{33BDD1B7-51C2-7842-8936-8852796F7139}" srcOrd="8" destOrd="0" presId="urn:microsoft.com/office/officeart/2016/7/layout/RepeatingBendingProcessNew"/>
    <dgm:cxn modelId="{8828DAFE-E48B-8A48-98AB-6F180185662F}" type="presParOf" srcId="{7D5C12DE-7042-384A-8B1F-0D667875B43C}" destId="{0549D6EA-D21C-D64B-84FF-7CB712A9FD41}" srcOrd="9" destOrd="0" presId="urn:microsoft.com/office/officeart/2016/7/layout/RepeatingBendingProcessNew"/>
    <dgm:cxn modelId="{FAC50627-D325-D54F-AFB7-933D162E37B1}" type="presParOf" srcId="{0549D6EA-D21C-D64B-84FF-7CB712A9FD41}" destId="{F6B22DCF-6D38-5441-874F-4B95B444B817}" srcOrd="0" destOrd="0" presId="urn:microsoft.com/office/officeart/2016/7/layout/RepeatingBendingProcessNew"/>
    <dgm:cxn modelId="{7CCD20B5-4A45-B149-83F8-6F6DD2FE45A9}" type="presParOf" srcId="{7D5C12DE-7042-384A-8B1F-0D667875B43C}" destId="{097823FA-94BA-0448-8508-3DA883C1B072}" srcOrd="10" destOrd="0" presId="urn:microsoft.com/office/officeart/2016/7/layout/RepeatingBendingProcessNew"/>
    <dgm:cxn modelId="{A7576D3C-4048-3741-8C0C-4208DA476DDF}" type="presParOf" srcId="{7D5C12DE-7042-384A-8B1F-0D667875B43C}" destId="{66C68DA1-518E-D243-8C8B-362F9E73C8EA}" srcOrd="11" destOrd="0" presId="urn:microsoft.com/office/officeart/2016/7/layout/RepeatingBendingProcessNew"/>
    <dgm:cxn modelId="{1B7D4222-FF54-EA4D-AAE7-A80FE11D6814}" type="presParOf" srcId="{66C68DA1-518E-D243-8C8B-362F9E73C8EA}" destId="{66707394-9696-9A4D-BFA5-9B68F8391060}" srcOrd="0" destOrd="0" presId="urn:microsoft.com/office/officeart/2016/7/layout/RepeatingBendingProcessNew"/>
    <dgm:cxn modelId="{CE120AD1-E280-484A-970B-427C19E1D400}" type="presParOf" srcId="{7D5C12DE-7042-384A-8B1F-0D667875B43C}" destId="{8766A1CC-0901-E749-A50C-F6E85F4DA3D1}" srcOrd="12" destOrd="0" presId="urn:microsoft.com/office/officeart/2016/7/layout/RepeatingBendingProcessNew"/>
    <dgm:cxn modelId="{89DFC1F7-D21B-B146-AD15-BC35F721DB40}" type="presParOf" srcId="{7D5C12DE-7042-384A-8B1F-0D667875B43C}" destId="{A2EA58FD-04C3-FE4C-99ED-44AACA0EB703}" srcOrd="13" destOrd="0" presId="urn:microsoft.com/office/officeart/2016/7/layout/RepeatingBendingProcessNew"/>
    <dgm:cxn modelId="{C3737B3C-4FDE-6A46-A591-5FED2D74E608}" type="presParOf" srcId="{A2EA58FD-04C3-FE4C-99ED-44AACA0EB703}" destId="{BF65AB1C-92FD-5643-8D2A-D38547212551}" srcOrd="0" destOrd="0" presId="urn:microsoft.com/office/officeart/2016/7/layout/RepeatingBendingProcessNew"/>
    <dgm:cxn modelId="{D776C96D-3339-814B-9297-D5831B277181}" type="presParOf" srcId="{7D5C12DE-7042-384A-8B1F-0D667875B43C}" destId="{DAA26C59-3073-7C41-B57F-3104AE93E2F2}" srcOrd="14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F20450F-4EB5-4184-A614-C3780DE06C6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accent3_2" csCatId="accent3" phldr="1"/>
      <dgm:spPr/>
      <dgm:t>
        <a:bodyPr/>
        <a:lstStyle/>
        <a:p>
          <a:endParaRPr lang="en-US"/>
        </a:p>
      </dgm:t>
    </dgm:pt>
    <dgm:pt modelId="{D075471F-B184-466F-AC35-DE333AB857AE}">
      <dgm:prSet/>
      <dgm:spPr/>
      <dgm:t>
        <a:bodyPr/>
        <a:lstStyle/>
        <a:p>
          <a:pPr>
            <a:buNone/>
          </a:pPr>
          <a:r>
            <a:rPr lang="nl-NL" b="0" i="0" u="none"/>
            <a:t>Examine the representativeness of dataset</a:t>
          </a:r>
          <a:endParaRPr lang="en-US" b="0"/>
        </a:p>
      </dgm:t>
    </dgm:pt>
    <dgm:pt modelId="{49A1D784-B90C-4853-9100-59D0C0760F07}" type="parTrans" cxnId="{6544D971-DFFA-4861-A971-19C0DEBEB42F}">
      <dgm:prSet/>
      <dgm:spPr/>
      <dgm:t>
        <a:bodyPr/>
        <a:lstStyle/>
        <a:p>
          <a:endParaRPr lang="en-US"/>
        </a:p>
      </dgm:t>
    </dgm:pt>
    <dgm:pt modelId="{54D0F0D8-0A22-4BED-9C01-9172D3F75361}" type="sibTrans" cxnId="{6544D971-DFFA-4861-A971-19C0DEBEB42F}">
      <dgm:prSet/>
      <dgm:spPr/>
      <dgm:t>
        <a:bodyPr/>
        <a:lstStyle/>
        <a:p>
          <a:endParaRPr lang="en-US"/>
        </a:p>
      </dgm:t>
    </dgm:pt>
    <dgm:pt modelId="{858B89F2-3CAC-4933-A61E-AA487736A54A}">
      <dgm:prSet/>
      <dgm:spPr/>
      <dgm:t>
        <a:bodyPr/>
        <a:lstStyle/>
        <a:p>
          <a:r>
            <a:rPr lang="nl-NL"/>
            <a:t>Quickscan framework (Ethical reflection)</a:t>
          </a:r>
          <a:endParaRPr lang="en-US"/>
        </a:p>
      </dgm:t>
    </dgm:pt>
    <dgm:pt modelId="{FE169B9D-D0B1-4E58-B46D-7998FC630CC7}" type="parTrans" cxnId="{4102A830-5904-4132-A330-8F9DE87946A6}">
      <dgm:prSet/>
      <dgm:spPr/>
      <dgm:t>
        <a:bodyPr/>
        <a:lstStyle/>
        <a:p>
          <a:endParaRPr lang="en-US"/>
        </a:p>
      </dgm:t>
    </dgm:pt>
    <dgm:pt modelId="{832F50B2-65F2-4067-9260-3D544F950A74}" type="sibTrans" cxnId="{4102A830-5904-4132-A330-8F9DE87946A6}">
      <dgm:prSet/>
      <dgm:spPr/>
      <dgm:t>
        <a:bodyPr/>
        <a:lstStyle/>
        <a:p>
          <a:endParaRPr lang="en-US"/>
        </a:p>
      </dgm:t>
    </dgm:pt>
    <dgm:pt modelId="{44B243B2-9CE9-4638-98E9-F178BFD737A1}">
      <dgm:prSet/>
      <dgm:spPr/>
      <dgm:t>
        <a:bodyPr/>
        <a:lstStyle/>
        <a:p>
          <a:r>
            <a:rPr lang="nl-NL" dirty="0"/>
            <a:t>Risk level per </a:t>
          </a:r>
          <a:r>
            <a:rPr lang="nl-NL" dirty="0" err="1"/>
            <a:t>group</a:t>
          </a:r>
          <a:endParaRPr lang="en-US" dirty="0"/>
        </a:p>
      </dgm:t>
    </dgm:pt>
    <dgm:pt modelId="{6DFAD818-82A1-41DB-8264-6D2FF9484D69}" type="parTrans" cxnId="{8820AE94-944D-4A07-A15A-145850914017}">
      <dgm:prSet/>
      <dgm:spPr/>
      <dgm:t>
        <a:bodyPr/>
        <a:lstStyle/>
        <a:p>
          <a:endParaRPr lang="en-US"/>
        </a:p>
      </dgm:t>
    </dgm:pt>
    <dgm:pt modelId="{97EB2EEF-AA60-481E-9BEA-D8B5DA9F941D}" type="sibTrans" cxnId="{8820AE94-944D-4A07-A15A-145850914017}">
      <dgm:prSet/>
      <dgm:spPr/>
      <dgm:t>
        <a:bodyPr/>
        <a:lstStyle/>
        <a:p>
          <a:endParaRPr lang="en-US"/>
        </a:p>
      </dgm:t>
    </dgm:pt>
    <dgm:pt modelId="{513C59EB-1F88-4ABA-865D-52CF3D64A40A}" type="pres">
      <dgm:prSet presAssocID="{1F20450F-4EB5-4184-A614-C3780DE06C6E}" presName="root" presStyleCnt="0">
        <dgm:presLayoutVars>
          <dgm:dir/>
          <dgm:resizeHandles val="exact"/>
        </dgm:presLayoutVars>
      </dgm:prSet>
      <dgm:spPr/>
    </dgm:pt>
    <dgm:pt modelId="{37C1768D-F4B2-4A1A-B7DE-916E550F1275}" type="pres">
      <dgm:prSet presAssocID="{D075471F-B184-466F-AC35-DE333AB857AE}" presName="compNode" presStyleCnt="0"/>
      <dgm:spPr/>
    </dgm:pt>
    <dgm:pt modelId="{237CBE14-2A10-4A89-A6B3-0C3C86C9C354}" type="pres">
      <dgm:prSet presAssocID="{D075471F-B184-466F-AC35-DE333AB857AE}" presName="bgRect" presStyleLbl="bgShp" presStyleIdx="0" presStyleCnt="3"/>
      <dgm:spPr/>
    </dgm:pt>
    <dgm:pt modelId="{F1F5CC57-4F98-4541-BF2D-F0759B11F304}" type="pres">
      <dgm:prSet presAssocID="{D075471F-B184-466F-AC35-DE333AB857AE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inkje"/>
        </a:ext>
      </dgm:extLst>
    </dgm:pt>
    <dgm:pt modelId="{8C668FF5-CDCC-4EF4-BBB9-7776D9DC4849}" type="pres">
      <dgm:prSet presAssocID="{D075471F-B184-466F-AC35-DE333AB857AE}" presName="spaceRect" presStyleCnt="0"/>
      <dgm:spPr/>
    </dgm:pt>
    <dgm:pt modelId="{0C292F43-955D-421A-9FEF-FFBA3463CCF6}" type="pres">
      <dgm:prSet presAssocID="{D075471F-B184-466F-AC35-DE333AB857AE}" presName="parTx" presStyleLbl="revTx" presStyleIdx="0" presStyleCnt="3">
        <dgm:presLayoutVars>
          <dgm:chMax val="0"/>
          <dgm:chPref val="0"/>
        </dgm:presLayoutVars>
      </dgm:prSet>
      <dgm:spPr/>
    </dgm:pt>
    <dgm:pt modelId="{519F46F7-8C4C-486C-9460-A439AB36A872}" type="pres">
      <dgm:prSet presAssocID="{54D0F0D8-0A22-4BED-9C01-9172D3F75361}" presName="sibTrans" presStyleCnt="0"/>
      <dgm:spPr/>
    </dgm:pt>
    <dgm:pt modelId="{AD5B8054-2669-414E-96BB-FEFCD1ECD6C9}" type="pres">
      <dgm:prSet presAssocID="{858B89F2-3CAC-4933-A61E-AA487736A54A}" presName="compNode" presStyleCnt="0"/>
      <dgm:spPr/>
    </dgm:pt>
    <dgm:pt modelId="{60B494B9-319D-4F69-AF46-AEB0EA47BB75}" type="pres">
      <dgm:prSet presAssocID="{858B89F2-3CAC-4933-A61E-AA487736A54A}" presName="bgRect" presStyleLbl="bgShp" presStyleIdx="1" presStyleCnt="3" custLinFactNeighborY="1692"/>
      <dgm:spPr/>
    </dgm:pt>
    <dgm:pt modelId="{A7F39F0F-7FDB-40BF-AC22-616CA28DCE04}" type="pres">
      <dgm:prSet presAssocID="{858B89F2-3CAC-4933-A61E-AA487736A54A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jschrift"/>
        </a:ext>
      </dgm:extLst>
    </dgm:pt>
    <dgm:pt modelId="{F6B00984-6713-4819-8F9C-DBBC0D77E196}" type="pres">
      <dgm:prSet presAssocID="{858B89F2-3CAC-4933-A61E-AA487736A54A}" presName="spaceRect" presStyleCnt="0"/>
      <dgm:spPr/>
    </dgm:pt>
    <dgm:pt modelId="{F3A6E440-1145-4FA2-9BEF-B204E31CE167}" type="pres">
      <dgm:prSet presAssocID="{858B89F2-3CAC-4933-A61E-AA487736A54A}" presName="parTx" presStyleLbl="revTx" presStyleIdx="1" presStyleCnt="3">
        <dgm:presLayoutVars>
          <dgm:chMax val="0"/>
          <dgm:chPref val="0"/>
        </dgm:presLayoutVars>
      </dgm:prSet>
      <dgm:spPr/>
    </dgm:pt>
    <dgm:pt modelId="{B3F5D8E8-FA30-4E17-BEB9-028C60C0A6A7}" type="pres">
      <dgm:prSet presAssocID="{832F50B2-65F2-4067-9260-3D544F950A74}" presName="sibTrans" presStyleCnt="0"/>
      <dgm:spPr/>
    </dgm:pt>
    <dgm:pt modelId="{C54C5534-95CE-4345-A634-D647B17D5810}" type="pres">
      <dgm:prSet presAssocID="{44B243B2-9CE9-4638-98E9-F178BFD737A1}" presName="compNode" presStyleCnt="0"/>
      <dgm:spPr/>
    </dgm:pt>
    <dgm:pt modelId="{16635AF5-4FB8-4A41-AF6C-F916A9FE0DA8}" type="pres">
      <dgm:prSet presAssocID="{44B243B2-9CE9-4638-98E9-F178BFD737A1}" presName="bgRect" presStyleLbl="bgShp" presStyleIdx="2" presStyleCnt="3"/>
      <dgm:spPr/>
    </dgm:pt>
    <dgm:pt modelId="{BBD54E24-034E-437F-8A18-1CBBE4FBAB66}" type="pres">
      <dgm:prSet presAssocID="{44B243B2-9CE9-4638-98E9-F178BFD737A1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el"/>
        </a:ext>
      </dgm:extLst>
    </dgm:pt>
    <dgm:pt modelId="{EECCE332-56F3-484D-AFDC-4C09B8189E81}" type="pres">
      <dgm:prSet presAssocID="{44B243B2-9CE9-4638-98E9-F178BFD737A1}" presName="spaceRect" presStyleCnt="0"/>
      <dgm:spPr/>
    </dgm:pt>
    <dgm:pt modelId="{CEA13059-CF1A-45EF-B426-239EC12D761A}" type="pres">
      <dgm:prSet presAssocID="{44B243B2-9CE9-4638-98E9-F178BFD737A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102A830-5904-4132-A330-8F9DE87946A6}" srcId="{1F20450F-4EB5-4184-A614-C3780DE06C6E}" destId="{858B89F2-3CAC-4933-A61E-AA487736A54A}" srcOrd="1" destOrd="0" parTransId="{FE169B9D-D0B1-4E58-B46D-7998FC630CC7}" sibTransId="{832F50B2-65F2-4067-9260-3D544F950A74}"/>
    <dgm:cxn modelId="{74A53F4A-ABE9-4290-AB01-0AE9B0873E0A}" type="presOf" srcId="{1F20450F-4EB5-4184-A614-C3780DE06C6E}" destId="{513C59EB-1F88-4ABA-865D-52CF3D64A40A}" srcOrd="0" destOrd="0" presId="urn:microsoft.com/office/officeart/2018/2/layout/IconVerticalSolidList"/>
    <dgm:cxn modelId="{8F0B8E5A-C131-4452-8D7A-AC2722E8EF73}" type="presOf" srcId="{858B89F2-3CAC-4933-A61E-AA487736A54A}" destId="{F3A6E440-1145-4FA2-9BEF-B204E31CE167}" srcOrd="0" destOrd="0" presId="urn:microsoft.com/office/officeart/2018/2/layout/IconVerticalSolidList"/>
    <dgm:cxn modelId="{BD225469-A6F6-4A3F-A78F-9154E3D86468}" type="presOf" srcId="{D075471F-B184-466F-AC35-DE333AB857AE}" destId="{0C292F43-955D-421A-9FEF-FFBA3463CCF6}" srcOrd="0" destOrd="0" presId="urn:microsoft.com/office/officeart/2018/2/layout/IconVerticalSolidList"/>
    <dgm:cxn modelId="{6544D971-DFFA-4861-A971-19C0DEBEB42F}" srcId="{1F20450F-4EB5-4184-A614-C3780DE06C6E}" destId="{D075471F-B184-466F-AC35-DE333AB857AE}" srcOrd="0" destOrd="0" parTransId="{49A1D784-B90C-4853-9100-59D0C0760F07}" sibTransId="{54D0F0D8-0A22-4BED-9C01-9172D3F75361}"/>
    <dgm:cxn modelId="{8820AE94-944D-4A07-A15A-145850914017}" srcId="{1F20450F-4EB5-4184-A614-C3780DE06C6E}" destId="{44B243B2-9CE9-4638-98E9-F178BFD737A1}" srcOrd="2" destOrd="0" parTransId="{6DFAD818-82A1-41DB-8264-6D2FF9484D69}" sibTransId="{97EB2EEF-AA60-481E-9BEA-D8B5DA9F941D}"/>
    <dgm:cxn modelId="{3395ED9C-F24E-446B-AA09-FB594FB7F6B2}" type="presOf" srcId="{44B243B2-9CE9-4638-98E9-F178BFD737A1}" destId="{CEA13059-CF1A-45EF-B426-239EC12D761A}" srcOrd="0" destOrd="0" presId="urn:microsoft.com/office/officeart/2018/2/layout/IconVerticalSolidList"/>
    <dgm:cxn modelId="{08C5359F-86E8-44F0-9FCB-9A5BCA3BE75C}" type="presParOf" srcId="{513C59EB-1F88-4ABA-865D-52CF3D64A40A}" destId="{37C1768D-F4B2-4A1A-B7DE-916E550F1275}" srcOrd="0" destOrd="0" presId="urn:microsoft.com/office/officeart/2018/2/layout/IconVerticalSolidList"/>
    <dgm:cxn modelId="{13188592-4BA5-4D49-B16F-E9C5E4319E0A}" type="presParOf" srcId="{37C1768D-F4B2-4A1A-B7DE-916E550F1275}" destId="{237CBE14-2A10-4A89-A6B3-0C3C86C9C354}" srcOrd="0" destOrd="0" presId="urn:microsoft.com/office/officeart/2018/2/layout/IconVerticalSolidList"/>
    <dgm:cxn modelId="{1DFC6BD0-7D35-49EC-8022-42C027109402}" type="presParOf" srcId="{37C1768D-F4B2-4A1A-B7DE-916E550F1275}" destId="{F1F5CC57-4F98-4541-BF2D-F0759B11F304}" srcOrd="1" destOrd="0" presId="urn:microsoft.com/office/officeart/2018/2/layout/IconVerticalSolidList"/>
    <dgm:cxn modelId="{ACDBD0FF-4238-4C41-80B0-E740BAE4FF64}" type="presParOf" srcId="{37C1768D-F4B2-4A1A-B7DE-916E550F1275}" destId="{8C668FF5-CDCC-4EF4-BBB9-7776D9DC4849}" srcOrd="2" destOrd="0" presId="urn:microsoft.com/office/officeart/2018/2/layout/IconVerticalSolidList"/>
    <dgm:cxn modelId="{E6A645C0-D751-4E58-AA14-3F9E9EEA6E1B}" type="presParOf" srcId="{37C1768D-F4B2-4A1A-B7DE-916E550F1275}" destId="{0C292F43-955D-421A-9FEF-FFBA3463CCF6}" srcOrd="3" destOrd="0" presId="urn:microsoft.com/office/officeart/2018/2/layout/IconVerticalSolidList"/>
    <dgm:cxn modelId="{DE0621F7-64A9-4B26-8B3A-CD5D2C1C6A4A}" type="presParOf" srcId="{513C59EB-1F88-4ABA-865D-52CF3D64A40A}" destId="{519F46F7-8C4C-486C-9460-A439AB36A872}" srcOrd="1" destOrd="0" presId="urn:microsoft.com/office/officeart/2018/2/layout/IconVerticalSolidList"/>
    <dgm:cxn modelId="{6360152D-ED00-48DB-95D5-358B0B138CC3}" type="presParOf" srcId="{513C59EB-1F88-4ABA-865D-52CF3D64A40A}" destId="{AD5B8054-2669-414E-96BB-FEFCD1ECD6C9}" srcOrd="2" destOrd="0" presId="urn:microsoft.com/office/officeart/2018/2/layout/IconVerticalSolidList"/>
    <dgm:cxn modelId="{5CB49B94-74B8-4A97-843B-ECF1FBC063A7}" type="presParOf" srcId="{AD5B8054-2669-414E-96BB-FEFCD1ECD6C9}" destId="{60B494B9-319D-4F69-AF46-AEB0EA47BB75}" srcOrd="0" destOrd="0" presId="urn:microsoft.com/office/officeart/2018/2/layout/IconVerticalSolidList"/>
    <dgm:cxn modelId="{868050F6-C176-4982-BEF6-B3250D77D723}" type="presParOf" srcId="{AD5B8054-2669-414E-96BB-FEFCD1ECD6C9}" destId="{A7F39F0F-7FDB-40BF-AC22-616CA28DCE04}" srcOrd="1" destOrd="0" presId="urn:microsoft.com/office/officeart/2018/2/layout/IconVerticalSolidList"/>
    <dgm:cxn modelId="{15CECF93-CF7D-43D1-ACBC-EFDFB30F8E9C}" type="presParOf" srcId="{AD5B8054-2669-414E-96BB-FEFCD1ECD6C9}" destId="{F6B00984-6713-4819-8F9C-DBBC0D77E196}" srcOrd="2" destOrd="0" presId="urn:microsoft.com/office/officeart/2018/2/layout/IconVerticalSolidList"/>
    <dgm:cxn modelId="{E4DFF9CF-54D6-48BA-BB4A-45E0E831EB51}" type="presParOf" srcId="{AD5B8054-2669-414E-96BB-FEFCD1ECD6C9}" destId="{F3A6E440-1145-4FA2-9BEF-B204E31CE167}" srcOrd="3" destOrd="0" presId="urn:microsoft.com/office/officeart/2018/2/layout/IconVerticalSolidList"/>
    <dgm:cxn modelId="{6CAB33DC-1C69-4DA5-B39F-F0AF7C8278EB}" type="presParOf" srcId="{513C59EB-1F88-4ABA-865D-52CF3D64A40A}" destId="{B3F5D8E8-FA30-4E17-BEB9-028C60C0A6A7}" srcOrd="3" destOrd="0" presId="urn:microsoft.com/office/officeart/2018/2/layout/IconVerticalSolidList"/>
    <dgm:cxn modelId="{B55A562A-541F-4FF1-857B-47ED5ED59097}" type="presParOf" srcId="{513C59EB-1F88-4ABA-865D-52CF3D64A40A}" destId="{C54C5534-95CE-4345-A634-D647B17D5810}" srcOrd="4" destOrd="0" presId="urn:microsoft.com/office/officeart/2018/2/layout/IconVerticalSolidList"/>
    <dgm:cxn modelId="{A00943F6-4D7D-4119-B7E5-7DDD256BD135}" type="presParOf" srcId="{C54C5534-95CE-4345-A634-D647B17D5810}" destId="{16635AF5-4FB8-4A41-AF6C-F916A9FE0DA8}" srcOrd="0" destOrd="0" presId="urn:microsoft.com/office/officeart/2018/2/layout/IconVerticalSolidList"/>
    <dgm:cxn modelId="{317A9FDD-2499-4436-8677-34582FEDDC40}" type="presParOf" srcId="{C54C5534-95CE-4345-A634-D647B17D5810}" destId="{BBD54E24-034E-437F-8A18-1CBBE4FBAB66}" srcOrd="1" destOrd="0" presId="urn:microsoft.com/office/officeart/2018/2/layout/IconVerticalSolidList"/>
    <dgm:cxn modelId="{E8DFE547-5DE3-4AE9-88C1-D08ABBE0728E}" type="presParOf" srcId="{C54C5534-95CE-4345-A634-D647B17D5810}" destId="{EECCE332-56F3-484D-AFDC-4C09B8189E81}" srcOrd="2" destOrd="0" presId="urn:microsoft.com/office/officeart/2018/2/layout/IconVerticalSolidList"/>
    <dgm:cxn modelId="{107F1320-281A-4935-9FA7-82935853BE84}" type="presParOf" srcId="{C54C5534-95CE-4345-A634-D647B17D5810}" destId="{CEA13059-CF1A-45EF-B426-239EC12D761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115083E-6E83-4CA8-A376-08105E0ED181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D94B0265-3144-45C8-904B-9C310F2315D0}">
      <dgm:prSet/>
      <dgm:spPr/>
      <dgm:t>
        <a:bodyPr/>
        <a:lstStyle/>
        <a:p>
          <a:pPr>
            <a:defRPr cap="all"/>
          </a:pPr>
          <a:r>
            <a:rPr lang="nl-NL"/>
            <a:t>30 days readmission</a:t>
          </a:r>
          <a:endParaRPr lang="en-US"/>
        </a:p>
      </dgm:t>
    </dgm:pt>
    <dgm:pt modelId="{7423A138-DAB7-4D7A-A10F-57B6705B3345}" type="parTrans" cxnId="{E9B8BE1E-BA40-4A89-B7B8-F3F9C8365C17}">
      <dgm:prSet/>
      <dgm:spPr/>
      <dgm:t>
        <a:bodyPr/>
        <a:lstStyle/>
        <a:p>
          <a:endParaRPr lang="en-US"/>
        </a:p>
      </dgm:t>
    </dgm:pt>
    <dgm:pt modelId="{7E3078F3-B9F1-4DD0-8308-DBDCCE08820E}" type="sibTrans" cxnId="{E9B8BE1E-BA40-4A89-B7B8-F3F9C8365C17}">
      <dgm:prSet/>
      <dgm:spPr/>
      <dgm:t>
        <a:bodyPr/>
        <a:lstStyle/>
        <a:p>
          <a:endParaRPr lang="en-US"/>
        </a:p>
      </dgm:t>
    </dgm:pt>
    <dgm:pt modelId="{9445F645-DF20-4B33-A479-8114FF1D03CC}">
      <dgm:prSet/>
      <dgm:spPr/>
      <dgm:t>
        <a:bodyPr/>
        <a:lstStyle/>
        <a:p>
          <a:pPr>
            <a:defRPr cap="all"/>
          </a:pPr>
          <a:r>
            <a:rPr lang="nl-NL"/>
            <a:t>Frequently used timeframe within healthcare</a:t>
          </a:r>
          <a:endParaRPr lang="en-US"/>
        </a:p>
      </dgm:t>
    </dgm:pt>
    <dgm:pt modelId="{5E49CA14-3726-41F0-BC60-D13EEB36389F}" type="parTrans" cxnId="{6096D44F-B2A0-4F1D-A4E7-99CC99A32E1C}">
      <dgm:prSet/>
      <dgm:spPr/>
      <dgm:t>
        <a:bodyPr/>
        <a:lstStyle/>
        <a:p>
          <a:endParaRPr lang="en-US"/>
        </a:p>
      </dgm:t>
    </dgm:pt>
    <dgm:pt modelId="{683C40B6-5FB9-4327-ADDB-D984E4E86C85}" type="sibTrans" cxnId="{6096D44F-B2A0-4F1D-A4E7-99CC99A32E1C}">
      <dgm:prSet/>
      <dgm:spPr/>
      <dgm:t>
        <a:bodyPr/>
        <a:lstStyle/>
        <a:p>
          <a:endParaRPr lang="en-US"/>
        </a:p>
      </dgm:t>
    </dgm:pt>
    <dgm:pt modelId="{D1EC63F2-B92A-4182-9600-28053CFBEA4C}">
      <dgm:prSet/>
      <dgm:spPr/>
      <dgm:t>
        <a:bodyPr/>
        <a:lstStyle/>
        <a:p>
          <a:pPr>
            <a:defRPr cap="all"/>
          </a:pPr>
          <a:r>
            <a:rPr lang="nl-NL" dirty="0"/>
            <a:t>&gt;30 = 0 </a:t>
          </a:r>
          <a:r>
            <a:rPr lang="nl-NL" dirty="0" err="1"/>
            <a:t>results</a:t>
          </a:r>
          <a:r>
            <a:rPr lang="nl-NL" dirty="0"/>
            <a:t> in information </a:t>
          </a:r>
          <a:r>
            <a:rPr lang="nl-NL" dirty="0" err="1"/>
            <a:t>loss</a:t>
          </a:r>
          <a:r>
            <a:rPr lang="nl-NL" dirty="0"/>
            <a:t> (</a:t>
          </a:r>
          <a:r>
            <a:rPr lang="nl-NL" dirty="0" err="1"/>
            <a:t>outside</a:t>
          </a:r>
          <a:r>
            <a:rPr lang="nl-NL" dirty="0"/>
            <a:t> of </a:t>
          </a:r>
          <a:r>
            <a:rPr lang="nl-NL" dirty="0" err="1"/>
            <a:t>the</a:t>
          </a:r>
          <a:r>
            <a:rPr lang="nl-NL" dirty="0"/>
            <a:t> project scope)</a:t>
          </a:r>
          <a:endParaRPr lang="en-US" dirty="0"/>
        </a:p>
      </dgm:t>
    </dgm:pt>
    <dgm:pt modelId="{4260DD42-ACDE-4E0A-998A-1FA127027B69}" type="parTrans" cxnId="{36658EB4-1747-45C3-8736-46517988C42E}">
      <dgm:prSet/>
      <dgm:spPr/>
      <dgm:t>
        <a:bodyPr/>
        <a:lstStyle/>
        <a:p>
          <a:endParaRPr lang="en-US"/>
        </a:p>
      </dgm:t>
    </dgm:pt>
    <dgm:pt modelId="{C981A699-57E8-4CAB-A559-6A633A0DA6C9}" type="sibTrans" cxnId="{36658EB4-1747-45C3-8736-46517988C42E}">
      <dgm:prSet/>
      <dgm:spPr/>
      <dgm:t>
        <a:bodyPr/>
        <a:lstStyle/>
        <a:p>
          <a:endParaRPr lang="en-US"/>
        </a:p>
      </dgm:t>
    </dgm:pt>
    <dgm:pt modelId="{C49D05B8-7529-4BDC-9605-9E465F13E3D6}" type="pres">
      <dgm:prSet presAssocID="{5115083E-6E83-4CA8-A376-08105E0ED181}" presName="root" presStyleCnt="0">
        <dgm:presLayoutVars>
          <dgm:dir/>
          <dgm:resizeHandles val="exact"/>
        </dgm:presLayoutVars>
      </dgm:prSet>
      <dgm:spPr/>
    </dgm:pt>
    <dgm:pt modelId="{D46DEFE7-4F9E-4B02-8B90-4A3339B35285}" type="pres">
      <dgm:prSet presAssocID="{D94B0265-3144-45C8-904B-9C310F2315D0}" presName="compNode" presStyleCnt="0"/>
      <dgm:spPr/>
    </dgm:pt>
    <dgm:pt modelId="{8F0EA857-2475-4B0C-9DDB-7F05F443DBB5}" type="pres">
      <dgm:prSet presAssocID="{D94B0265-3144-45C8-904B-9C310F2315D0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CB36FEA4-EA6B-4EF7-95D2-467060E2E3FC}" type="pres">
      <dgm:prSet presAssocID="{D94B0265-3144-45C8-904B-9C310F2315D0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coop"/>
        </a:ext>
      </dgm:extLst>
    </dgm:pt>
    <dgm:pt modelId="{7DCFBD21-8E7D-4107-8697-DF51BAC05D03}" type="pres">
      <dgm:prSet presAssocID="{D94B0265-3144-45C8-904B-9C310F2315D0}" presName="spaceRect" presStyleCnt="0"/>
      <dgm:spPr/>
    </dgm:pt>
    <dgm:pt modelId="{119A047A-DF2B-4233-AA51-0D15AC48F964}" type="pres">
      <dgm:prSet presAssocID="{D94B0265-3144-45C8-904B-9C310F2315D0}" presName="textRect" presStyleLbl="revTx" presStyleIdx="0" presStyleCnt="3">
        <dgm:presLayoutVars>
          <dgm:chMax val="1"/>
          <dgm:chPref val="1"/>
        </dgm:presLayoutVars>
      </dgm:prSet>
      <dgm:spPr/>
    </dgm:pt>
    <dgm:pt modelId="{19D181C0-43E7-490E-BD56-04D2D7730740}" type="pres">
      <dgm:prSet presAssocID="{7E3078F3-B9F1-4DD0-8308-DBDCCE08820E}" presName="sibTrans" presStyleCnt="0"/>
      <dgm:spPr/>
    </dgm:pt>
    <dgm:pt modelId="{8C42B50A-DEF0-4B15-8EC8-ACE5D1285D06}" type="pres">
      <dgm:prSet presAssocID="{9445F645-DF20-4B33-A479-8114FF1D03CC}" presName="compNode" presStyleCnt="0"/>
      <dgm:spPr/>
    </dgm:pt>
    <dgm:pt modelId="{CCE6E75A-D242-4226-ACD8-4DC462D9F010}" type="pres">
      <dgm:prSet presAssocID="{9445F645-DF20-4B33-A479-8114FF1D03CC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00EAA2FC-3E92-4CBC-B39B-95B8308DFD4C}" type="pres">
      <dgm:prSet presAssocID="{9445F645-DF20-4B33-A479-8114FF1D03CC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7E820977-381C-4AFC-AA18-2A3AA47CBAB0}" type="pres">
      <dgm:prSet presAssocID="{9445F645-DF20-4B33-A479-8114FF1D03CC}" presName="spaceRect" presStyleCnt="0"/>
      <dgm:spPr/>
    </dgm:pt>
    <dgm:pt modelId="{2157A88F-C79D-45C3-BE38-90B527E07C39}" type="pres">
      <dgm:prSet presAssocID="{9445F645-DF20-4B33-A479-8114FF1D03CC}" presName="textRect" presStyleLbl="revTx" presStyleIdx="1" presStyleCnt="3">
        <dgm:presLayoutVars>
          <dgm:chMax val="1"/>
          <dgm:chPref val="1"/>
        </dgm:presLayoutVars>
      </dgm:prSet>
      <dgm:spPr/>
    </dgm:pt>
    <dgm:pt modelId="{61280B09-82DE-41BC-8987-92A73EE5DAB3}" type="pres">
      <dgm:prSet presAssocID="{683C40B6-5FB9-4327-ADDB-D984E4E86C85}" presName="sibTrans" presStyleCnt="0"/>
      <dgm:spPr/>
    </dgm:pt>
    <dgm:pt modelId="{A48D303E-058D-4C0D-9469-8ADB64AB4438}" type="pres">
      <dgm:prSet presAssocID="{D1EC63F2-B92A-4182-9600-28053CFBEA4C}" presName="compNode" presStyleCnt="0"/>
      <dgm:spPr/>
    </dgm:pt>
    <dgm:pt modelId="{52AA8D9F-E736-43F8-81A5-D7925902F050}" type="pres">
      <dgm:prSet presAssocID="{D1EC63F2-B92A-4182-9600-28053CFBEA4C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2DE9F499-A9D4-4A96-AE83-434EBAA967F2}" type="pres">
      <dgm:prSet presAssocID="{D1EC63F2-B92A-4182-9600-28053CFBEA4C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eken"/>
        </a:ext>
      </dgm:extLst>
    </dgm:pt>
    <dgm:pt modelId="{78D2AB7C-EDB7-42DB-A520-C336E6BC2C64}" type="pres">
      <dgm:prSet presAssocID="{D1EC63F2-B92A-4182-9600-28053CFBEA4C}" presName="spaceRect" presStyleCnt="0"/>
      <dgm:spPr/>
    </dgm:pt>
    <dgm:pt modelId="{AEC81CB7-2922-43D6-9012-5579E8A07C6D}" type="pres">
      <dgm:prSet presAssocID="{D1EC63F2-B92A-4182-9600-28053CFBEA4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9B8BE1E-BA40-4A89-B7B8-F3F9C8365C17}" srcId="{5115083E-6E83-4CA8-A376-08105E0ED181}" destId="{D94B0265-3144-45C8-904B-9C310F2315D0}" srcOrd="0" destOrd="0" parTransId="{7423A138-DAB7-4D7A-A10F-57B6705B3345}" sibTransId="{7E3078F3-B9F1-4DD0-8308-DBDCCE08820E}"/>
    <dgm:cxn modelId="{6096D44F-B2A0-4F1D-A4E7-99CC99A32E1C}" srcId="{5115083E-6E83-4CA8-A376-08105E0ED181}" destId="{9445F645-DF20-4B33-A479-8114FF1D03CC}" srcOrd="1" destOrd="0" parTransId="{5E49CA14-3726-41F0-BC60-D13EEB36389F}" sibTransId="{683C40B6-5FB9-4327-ADDB-D984E4E86C85}"/>
    <dgm:cxn modelId="{71F13C5F-FB8B-42EF-B0DD-61997C329B19}" type="presOf" srcId="{D1EC63F2-B92A-4182-9600-28053CFBEA4C}" destId="{AEC81CB7-2922-43D6-9012-5579E8A07C6D}" srcOrd="0" destOrd="0" presId="urn:microsoft.com/office/officeart/2018/5/layout/IconLeafLabelList"/>
    <dgm:cxn modelId="{F2D0E360-06AB-48F0-8135-CB6554EF2F4A}" type="presOf" srcId="{9445F645-DF20-4B33-A479-8114FF1D03CC}" destId="{2157A88F-C79D-45C3-BE38-90B527E07C39}" srcOrd="0" destOrd="0" presId="urn:microsoft.com/office/officeart/2018/5/layout/IconLeafLabelList"/>
    <dgm:cxn modelId="{6F0C9C63-0728-4329-911D-13C5477B4A35}" type="presOf" srcId="{5115083E-6E83-4CA8-A376-08105E0ED181}" destId="{C49D05B8-7529-4BDC-9605-9E465F13E3D6}" srcOrd="0" destOrd="0" presId="urn:microsoft.com/office/officeart/2018/5/layout/IconLeafLabelList"/>
    <dgm:cxn modelId="{36658EB4-1747-45C3-8736-46517988C42E}" srcId="{5115083E-6E83-4CA8-A376-08105E0ED181}" destId="{D1EC63F2-B92A-4182-9600-28053CFBEA4C}" srcOrd="2" destOrd="0" parTransId="{4260DD42-ACDE-4E0A-998A-1FA127027B69}" sibTransId="{C981A699-57E8-4CAB-A559-6A633A0DA6C9}"/>
    <dgm:cxn modelId="{147436D1-30E3-4F49-8A9B-774FC4ACE723}" type="presOf" srcId="{D94B0265-3144-45C8-904B-9C310F2315D0}" destId="{119A047A-DF2B-4233-AA51-0D15AC48F964}" srcOrd="0" destOrd="0" presId="urn:microsoft.com/office/officeart/2018/5/layout/IconLeafLabelList"/>
    <dgm:cxn modelId="{5E092FC6-E668-4A08-86C7-CDFE4EA1E3A3}" type="presParOf" srcId="{C49D05B8-7529-4BDC-9605-9E465F13E3D6}" destId="{D46DEFE7-4F9E-4B02-8B90-4A3339B35285}" srcOrd="0" destOrd="0" presId="urn:microsoft.com/office/officeart/2018/5/layout/IconLeafLabelList"/>
    <dgm:cxn modelId="{A851AC3A-E4CD-4703-B254-B5178132B707}" type="presParOf" srcId="{D46DEFE7-4F9E-4B02-8B90-4A3339B35285}" destId="{8F0EA857-2475-4B0C-9DDB-7F05F443DBB5}" srcOrd="0" destOrd="0" presId="urn:microsoft.com/office/officeart/2018/5/layout/IconLeafLabelList"/>
    <dgm:cxn modelId="{6391B8F1-A728-4EDE-9652-6FD130A08719}" type="presParOf" srcId="{D46DEFE7-4F9E-4B02-8B90-4A3339B35285}" destId="{CB36FEA4-EA6B-4EF7-95D2-467060E2E3FC}" srcOrd="1" destOrd="0" presId="urn:microsoft.com/office/officeart/2018/5/layout/IconLeafLabelList"/>
    <dgm:cxn modelId="{F12BFC8B-58EC-4292-A0EF-B540E3853D60}" type="presParOf" srcId="{D46DEFE7-4F9E-4B02-8B90-4A3339B35285}" destId="{7DCFBD21-8E7D-4107-8697-DF51BAC05D03}" srcOrd="2" destOrd="0" presId="urn:microsoft.com/office/officeart/2018/5/layout/IconLeafLabelList"/>
    <dgm:cxn modelId="{AD03764E-6AA5-4E13-8954-4ECB348A0476}" type="presParOf" srcId="{D46DEFE7-4F9E-4B02-8B90-4A3339B35285}" destId="{119A047A-DF2B-4233-AA51-0D15AC48F964}" srcOrd="3" destOrd="0" presId="urn:microsoft.com/office/officeart/2018/5/layout/IconLeafLabelList"/>
    <dgm:cxn modelId="{1FD8ED14-0A48-4324-9E44-93F803FA1605}" type="presParOf" srcId="{C49D05B8-7529-4BDC-9605-9E465F13E3D6}" destId="{19D181C0-43E7-490E-BD56-04D2D7730740}" srcOrd="1" destOrd="0" presId="urn:microsoft.com/office/officeart/2018/5/layout/IconLeafLabelList"/>
    <dgm:cxn modelId="{DF2809C2-8643-4D8A-B216-9E56E0134857}" type="presParOf" srcId="{C49D05B8-7529-4BDC-9605-9E465F13E3D6}" destId="{8C42B50A-DEF0-4B15-8EC8-ACE5D1285D06}" srcOrd="2" destOrd="0" presId="urn:microsoft.com/office/officeart/2018/5/layout/IconLeafLabelList"/>
    <dgm:cxn modelId="{4A0EEDE9-79C5-466B-BE28-2A68186E5788}" type="presParOf" srcId="{8C42B50A-DEF0-4B15-8EC8-ACE5D1285D06}" destId="{CCE6E75A-D242-4226-ACD8-4DC462D9F010}" srcOrd="0" destOrd="0" presId="urn:microsoft.com/office/officeart/2018/5/layout/IconLeafLabelList"/>
    <dgm:cxn modelId="{709436ED-8FFC-423D-946A-CB0814E02CF5}" type="presParOf" srcId="{8C42B50A-DEF0-4B15-8EC8-ACE5D1285D06}" destId="{00EAA2FC-3E92-4CBC-B39B-95B8308DFD4C}" srcOrd="1" destOrd="0" presId="urn:microsoft.com/office/officeart/2018/5/layout/IconLeafLabelList"/>
    <dgm:cxn modelId="{2BBBB13A-04D9-4118-A9AD-782E85A771A7}" type="presParOf" srcId="{8C42B50A-DEF0-4B15-8EC8-ACE5D1285D06}" destId="{7E820977-381C-4AFC-AA18-2A3AA47CBAB0}" srcOrd="2" destOrd="0" presId="urn:microsoft.com/office/officeart/2018/5/layout/IconLeafLabelList"/>
    <dgm:cxn modelId="{F9D7BCD3-7F26-4803-B8A9-FEFEC307EAB1}" type="presParOf" srcId="{8C42B50A-DEF0-4B15-8EC8-ACE5D1285D06}" destId="{2157A88F-C79D-45C3-BE38-90B527E07C39}" srcOrd="3" destOrd="0" presId="urn:microsoft.com/office/officeart/2018/5/layout/IconLeafLabelList"/>
    <dgm:cxn modelId="{97C611D6-B2B6-4535-886E-D84770F0C531}" type="presParOf" srcId="{C49D05B8-7529-4BDC-9605-9E465F13E3D6}" destId="{61280B09-82DE-41BC-8987-92A73EE5DAB3}" srcOrd="3" destOrd="0" presId="urn:microsoft.com/office/officeart/2018/5/layout/IconLeafLabelList"/>
    <dgm:cxn modelId="{18BAE535-FFF3-48D6-A22F-02F90998D8CC}" type="presParOf" srcId="{C49D05B8-7529-4BDC-9605-9E465F13E3D6}" destId="{A48D303E-058D-4C0D-9469-8ADB64AB4438}" srcOrd="4" destOrd="0" presId="urn:microsoft.com/office/officeart/2018/5/layout/IconLeafLabelList"/>
    <dgm:cxn modelId="{7F445DEC-0EFA-4BEB-9255-3801F5A3120E}" type="presParOf" srcId="{A48D303E-058D-4C0D-9469-8ADB64AB4438}" destId="{52AA8D9F-E736-43F8-81A5-D7925902F050}" srcOrd="0" destOrd="0" presId="urn:microsoft.com/office/officeart/2018/5/layout/IconLeafLabelList"/>
    <dgm:cxn modelId="{35D0BFF2-29E6-47DF-925B-FEC5E6E64CED}" type="presParOf" srcId="{A48D303E-058D-4C0D-9469-8ADB64AB4438}" destId="{2DE9F499-A9D4-4A96-AE83-434EBAA967F2}" srcOrd="1" destOrd="0" presId="urn:microsoft.com/office/officeart/2018/5/layout/IconLeafLabelList"/>
    <dgm:cxn modelId="{52140A30-0515-4CF6-80C7-A97AE9B83C0A}" type="presParOf" srcId="{A48D303E-058D-4C0D-9469-8ADB64AB4438}" destId="{78D2AB7C-EDB7-42DB-A520-C336E6BC2C64}" srcOrd="2" destOrd="0" presId="urn:microsoft.com/office/officeart/2018/5/layout/IconLeafLabelList"/>
    <dgm:cxn modelId="{F843D9C6-EC17-4AE3-9D3B-D900972ABBF0}" type="presParOf" srcId="{A48D303E-058D-4C0D-9469-8ADB64AB4438}" destId="{AEC81CB7-2922-43D6-9012-5579E8A07C6D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03C1CFE-6045-4D9E-93FB-464C062213F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142D948B-275F-45A4-94C5-A3E9247D6892}">
      <dgm:prSet/>
      <dgm:spPr/>
      <dgm:t>
        <a:bodyPr/>
        <a:lstStyle/>
        <a:p>
          <a:r>
            <a:rPr lang="nl-NL" dirty="0" err="1"/>
            <a:t>Linear</a:t>
          </a:r>
          <a:r>
            <a:rPr lang="nl-NL" dirty="0"/>
            <a:t> </a:t>
          </a:r>
          <a:r>
            <a:rPr lang="nl-NL" dirty="0" err="1"/>
            <a:t>regression</a:t>
          </a:r>
          <a:endParaRPr lang="en-US" dirty="0"/>
        </a:p>
      </dgm:t>
    </dgm:pt>
    <dgm:pt modelId="{9FD4578C-4B21-4D6C-AEF8-68C80CE8C261}" type="parTrans" cxnId="{C9266DB2-2CAC-4304-9A7E-E459F39A3DF2}">
      <dgm:prSet/>
      <dgm:spPr/>
      <dgm:t>
        <a:bodyPr/>
        <a:lstStyle/>
        <a:p>
          <a:endParaRPr lang="en-US"/>
        </a:p>
      </dgm:t>
    </dgm:pt>
    <dgm:pt modelId="{1F7DCCEA-A82A-4351-82FD-AA57FD2C583B}" type="sibTrans" cxnId="{C9266DB2-2CAC-4304-9A7E-E459F39A3DF2}">
      <dgm:prSet/>
      <dgm:spPr/>
      <dgm:t>
        <a:bodyPr/>
        <a:lstStyle/>
        <a:p>
          <a:endParaRPr lang="en-US"/>
        </a:p>
      </dgm:t>
    </dgm:pt>
    <dgm:pt modelId="{45482598-5EBB-4294-B8B9-BBF8CFEC50EC}">
      <dgm:prSet/>
      <dgm:spPr/>
      <dgm:t>
        <a:bodyPr/>
        <a:lstStyle/>
        <a:p>
          <a:r>
            <a:rPr lang="nl-NL" dirty="0" err="1"/>
            <a:t>Logistic</a:t>
          </a:r>
          <a:r>
            <a:rPr lang="nl-NL" dirty="0"/>
            <a:t> </a:t>
          </a:r>
          <a:r>
            <a:rPr lang="nl-NL" dirty="0" err="1"/>
            <a:t>regression</a:t>
          </a:r>
          <a:r>
            <a:rPr lang="nl-NL" dirty="0"/>
            <a:t> </a:t>
          </a:r>
          <a:endParaRPr lang="en-US" dirty="0"/>
        </a:p>
      </dgm:t>
    </dgm:pt>
    <dgm:pt modelId="{E86E5C54-D220-482B-B22B-B3898705B86B}" type="parTrans" cxnId="{39AAFFC8-2422-4846-BCB8-9EE3D5AE8177}">
      <dgm:prSet/>
      <dgm:spPr/>
      <dgm:t>
        <a:bodyPr/>
        <a:lstStyle/>
        <a:p>
          <a:endParaRPr lang="en-US"/>
        </a:p>
      </dgm:t>
    </dgm:pt>
    <dgm:pt modelId="{E5CAFB2E-6AF8-42D8-9DB5-B3A0206BF440}" type="sibTrans" cxnId="{39AAFFC8-2422-4846-BCB8-9EE3D5AE8177}">
      <dgm:prSet/>
      <dgm:spPr/>
      <dgm:t>
        <a:bodyPr/>
        <a:lstStyle/>
        <a:p>
          <a:endParaRPr lang="en-US"/>
        </a:p>
      </dgm:t>
    </dgm:pt>
    <dgm:pt modelId="{1AB5FA07-7174-4FF3-AD78-0294C3366DB2}">
      <dgm:prSet/>
      <dgm:spPr/>
      <dgm:t>
        <a:bodyPr/>
        <a:lstStyle/>
        <a:p>
          <a:r>
            <a:rPr lang="nl-NL"/>
            <a:t>Tree based models</a:t>
          </a:r>
          <a:endParaRPr lang="en-US"/>
        </a:p>
      </dgm:t>
    </dgm:pt>
    <dgm:pt modelId="{39E2CA1F-AD0A-4705-B958-7A272D7F7B4F}" type="parTrans" cxnId="{FCD0DE72-5C10-4C27-BB40-FE4187D6B1CF}">
      <dgm:prSet/>
      <dgm:spPr/>
      <dgm:t>
        <a:bodyPr/>
        <a:lstStyle/>
        <a:p>
          <a:endParaRPr lang="en-US"/>
        </a:p>
      </dgm:t>
    </dgm:pt>
    <dgm:pt modelId="{E25041FA-380A-47CB-A958-B015B4D0CE2A}" type="sibTrans" cxnId="{FCD0DE72-5C10-4C27-BB40-FE4187D6B1CF}">
      <dgm:prSet/>
      <dgm:spPr/>
      <dgm:t>
        <a:bodyPr/>
        <a:lstStyle/>
        <a:p>
          <a:endParaRPr lang="en-US"/>
        </a:p>
      </dgm:t>
    </dgm:pt>
    <dgm:pt modelId="{5DA49323-DE93-4B8B-95DA-827835293182}">
      <dgm:prSet/>
      <dgm:spPr/>
      <dgm:t>
        <a:bodyPr/>
        <a:lstStyle/>
        <a:p>
          <a:pPr>
            <a:buNone/>
          </a:pPr>
          <a:r>
            <a:rPr lang="nl-NL" b="0" i="0" u="none" dirty="0"/>
            <a:t>Limited </a:t>
          </a:r>
          <a:r>
            <a:rPr lang="nl-NL" b="0" i="0" u="none" dirty="0" err="1"/>
            <a:t>predictive</a:t>
          </a:r>
          <a:r>
            <a:rPr lang="nl-NL" b="0" i="0" u="none" dirty="0"/>
            <a:t> performance</a:t>
          </a:r>
          <a:endParaRPr lang="en-US" dirty="0"/>
        </a:p>
      </dgm:t>
    </dgm:pt>
    <dgm:pt modelId="{3F8964A3-7CDC-44C1-BB1B-29DB8C9A81F6}" type="parTrans" cxnId="{74054241-B6EF-4FCC-869A-FD96823B261D}">
      <dgm:prSet/>
      <dgm:spPr/>
      <dgm:t>
        <a:bodyPr/>
        <a:lstStyle/>
        <a:p>
          <a:endParaRPr lang="en-US"/>
        </a:p>
      </dgm:t>
    </dgm:pt>
    <dgm:pt modelId="{E7E72075-F5A5-4E0B-A3C5-49B39187C3DE}" type="sibTrans" cxnId="{74054241-B6EF-4FCC-869A-FD96823B261D}">
      <dgm:prSet/>
      <dgm:spPr/>
      <dgm:t>
        <a:bodyPr/>
        <a:lstStyle/>
        <a:p>
          <a:endParaRPr lang="en-US"/>
        </a:p>
      </dgm:t>
    </dgm:pt>
    <dgm:pt modelId="{48660598-E9AF-4252-B4EE-B52EC33390B3}">
      <dgm:prSet/>
      <dgm:spPr/>
      <dgm:t>
        <a:bodyPr/>
        <a:lstStyle/>
        <a:p>
          <a:r>
            <a:rPr lang="nl-NL" dirty="0" err="1"/>
            <a:t>One</a:t>
          </a:r>
          <a:r>
            <a:rPr lang="nl-NL" dirty="0"/>
            <a:t> common </a:t>
          </a:r>
          <a:r>
            <a:rPr lang="nl-NL" dirty="0" err="1"/>
            <a:t>denominator</a:t>
          </a:r>
          <a:r>
            <a:rPr lang="nl-NL" dirty="0"/>
            <a:t>: Data </a:t>
          </a:r>
          <a:r>
            <a:rPr lang="nl-NL" dirty="0" err="1"/>
            <a:t>quality</a:t>
          </a:r>
          <a:r>
            <a:rPr lang="nl-NL" dirty="0"/>
            <a:t> issue</a:t>
          </a:r>
          <a:endParaRPr lang="en-US" dirty="0"/>
        </a:p>
      </dgm:t>
    </dgm:pt>
    <dgm:pt modelId="{536EAE1F-0B8F-44F6-8A65-416CD4370DE7}" type="parTrans" cxnId="{431D39B4-9533-4381-A903-208BA6566BA5}">
      <dgm:prSet/>
      <dgm:spPr/>
      <dgm:t>
        <a:bodyPr/>
        <a:lstStyle/>
        <a:p>
          <a:endParaRPr lang="en-US"/>
        </a:p>
      </dgm:t>
    </dgm:pt>
    <dgm:pt modelId="{6D7FABA8-7F9A-4E44-B2EE-A8D0052B34B4}" type="sibTrans" cxnId="{431D39B4-9533-4381-A903-208BA6566BA5}">
      <dgm:prSet/>
      <dgm:spPr/>
      <dgm:t>
        <a:bodyPr/>
        <a:lstStyle/>
        <a:p>
          <a:endParaRPr lang="en-US"/>
        </a:p>
      </dgm:t>
    </dgm:pt>
    <dgm:pt modelId="{B4586C57-E02C-4B58-AEA5-1680E1BF2572}" type="pres">
      <dgm:prSet presAssocID="{203C1CFE-6045-4D9E-93FB-464C062213F6}" presName="root" presStyleCnt="0">
        <dgm:presLayoutVars>
          <dgm:dir/>
          <dgm:resizeHandles val="exact"/>
        </dgm:presLayoutVars>
      </dgm:prSet>
      <dgm:spPr/>
    </dgm:pt>
    <dgm:pt modelId="{0E26190C-15E8-4E1B-A9F1-A4E16A1EEDFB}" type="pres">
      <dgm:prSet presAssocID="{142D948B-275F-45A4-94C5-A3E9247D6892}" presName="compNode" presStyleCnt="0"/>
      <dgm:spPr/>
    </dgm:pt>
    <dgm:pt modelId="{44142645-8F64-4474-A40A-4884C6505CDD}" type="pres">
      <dgm:prSet presAssocID="{142D948B-275F-45A4-94C5-A3E9247D6892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4B3A08F5-C96B-4244-B959-EEF8C5CE6D7C}" type="pres">
      <dgm:prSet presAssocID="{142D948B-275F-45A4-94C5-A3E9247D6892}" presName="spaceRect" presStyleCnt="0"/>
      <dgm:spPr/>
    </dgm:pt>
    <dgm:pt modelId="{45588B23-81A6-4AEA-87C0-3963D9E25AA7}" type="pres">
      <dgm:prSet presAssocID="{142D948B-275F-45A4-94C5-A3E9247D6892}" presName="textRect" presStyleLbl="revTx" presStyleIdx="0" presStyleCnt="5">
        <dgm:presLayoutVars>
          <dgm:chMax val="1"/>
          <dgm:chPref val="1"/>
        </dgm:presLayoutVars>
      </dgm:prSet>
      <dgm:spPr/>
    </dgm:pt>
    <dgm:pt modelId="{3E8C99A5-8504-4276-B5AB-CE25A06127B5}" type="pres">
      <dgm:prSet presAssocID="{1F7DCCEA-A82A-4351-82FD-AA57FD2C583B}" presName="sibTrans" presStyleCnt="0"/>
      <dgm:spPr/>
    </dgm:pt>
    <dgm:pt modelId="{0702D2A3-E3E2-40A3-AD08-FDC8F12DBBA2}" type="pres">
      <dgm:prSet presAssocID="{45482598-5EBB-4294-B8B9-BBF8CFEC50EC}" presName="compNode" presStyleCnt="0"/>
      <dgm:spPr/>
    </dgm:pt>
    <dgm:pt modelId="{41978E04-AF97-46D8-B358-C9FC2865ECBD}" type="pres">
      <dgm:prSet presAssocID="{45482598-5EBB-4294-B8B9-BBF8CFEC50EC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75D2C294-37B2-48E2-99C7-223E6B1EBB2D}" type="pres">
      <dgm:prSet presAssocID="{45482598-5EBB-4294-B8B9-BBF8CFEC50EC}" presName="spaceRect" presStyleCnt="0"/>
      <dgm:spPr/>
    </dgm:pt>
    <dgm:pt modelId="{797A9B61-2712-4C7B-9BB2-C184ED713670}" type="pres">
      <dgm:prSet presAssocID="{45482598-5EBB-4294-B8B9-BBF8CFEC50EC}" presName="textRect" presStyleLbl="revTx" presStyleIdx="1" presStyleCnt="5">
        <dgm:presLayoutVars>
          <dgm:chMax val="1"/>
          <dgm:chPref val="1"/>
        </dgm:presLayoutVars>
      </dgm:prSet>
      <dgm:spPr/>
    </dgm:pt>
    <dgm:pt modelId="{CFA05BF6-A928-48EF-9F7A-9E2A126758A5}" type="pres">
      <dgm:prSet presAssocID="{E5CAFB2E-6AF8-42D8-9DB5-B3A0206BF440}" presName="sibTrans" presStyleCnt="0"/>
      <dgm:spPr/>
    </dgm:pt>
    <dgm:pt modelId="{42ED3204-68F0-4C8D-BBD4-A4FC2A95FA5B}" type="pres">
      <dgm:prSet presAssocID="{1AB5FA07-7174-4FF3-AD78-0294C3366DB2}" presName="compNode" presStyleCnt="0"/>
      <dgm:spPr/>
    </dgm:pt>
    <dgm:pt modelId="{BCF9ECE3-691B-4E51-A7CE-71DA0CD8DE45}" type="pres">
      <dgm:prSet presAssocID="{1AB5FA07-7174-4FF3-AD78-0294C3366DB2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duous tree"/>
        </a:ext>
      </dgm:extLst>
    </dgm:pt>
    <dgm:pt modelId="{BF1EA746-E5F6-4949-B22D-B2BBD4BAB41F}" type="pres">
      <dgm:prSet presAssocID="{1AB5FA07-7174-4FF3-AD78-0294C3366DB2}" presName="spaceRect" presStyleCnt="0"/>
      <dgm:spPr/>
    </dgm:pt>
    <dgm:pt modelId="{1118F541-0BCA-45AF-835F-753E6B55DDB5}" type="pres">
      <dgm:prSet presAssocID="{1AB5FA07-7174-4FF3-AD78-0294C3366DB2}" presName="textRect" presStyleLbl="revTx" presStyleIdx="2" presStyleCnt="5">
        <dgm:presLayoutVars>
          <dgm:chMax val="1"/>
          <dgm:chPref val="1"/>
        </dgm:presLayoutVars>
      </dgm:prSet>
      <dgm:spPr/>
    </dgm:pt>
    <dgm:pt modelId="{51A4E352-3A7E-4783-83E8-8C5EBE3B1C44}" type="pres">
      <dgm:prSet presAssocID="{E25041FA-380A-47CB-A958-B015B4D0CE2A}" presName="sibTrans" presStyleCnt="0"/>
      <dgm:spPr/>
    </dgm:pt>
    <dgm:pt modelId="{283B9656-9649-4CDF-8AE1-6905B53BA78D}" type="pres">
      <dgm:prSet presAssocID="{5DA49323-DE93-4B8B-95DA-827835293182}" presName="compNode" presStyleCnt="0"/>
      <dgm:spPr/>
    </dgm:pt>
    <dgm:pt modelId="{92E0F191-ADC2-4C8A-9203-4FAEC19D460A}" type="pres">
      <dgm:prSet presAssocID="{5DA49323-DE93-4B8B-95DA-827835293182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d Face with No Fill"/>
        </a:ext>
      </dgm:extLst>
    </dgm:pt>
    <dgm:pt modelId="{B6D89208-FE53-432A-AE90-0BF76F813C9B}" type="pres">
      <dgm:prSet presAssocID="{5DA49323-DE93-4B8B-95DA-827835293182}" presName="spaceRect" presStyleCnt="0"/>
      <dgm:spPr/>
    </dgm:pt>
    <dgm:pt modelId="{8056C044-0059-400C-BDFF-334892C47717}" type="pres">
      <dgm:prSet presAssocID="{5DA49323-DE93-4B8B-95DA-827835293182}" presName="textRect" presStyleLbl="revTx" presStyleIdx="3" presStyleCnt="5">
        <dgm:presLayoutVars>
          <dgm:chMax val="1"/>
          <dgm:chPref val="1"/>
        </dgm:presLayoutVars>
      </dgm:prSet>
      <dgm:spPr/>
    </dgm:pt>
    <dgm:pt modelId="{C27321D1-368E-47C0-B91A-901E8874DECB}" type="pres">
      <dgm:prSet presAssocID="{E7E72075-F5A5-4E0B-A3C5-49B39187C3DE}" presName="sibTrans" presStyleCnt="0"/>
      <dgm:spPr/>
    </dgm:pt>
    <dgm:pt modelId="{9298E9BD-2DBD-429E-A1F2-7F901BFCBC7F}" type="pres">
      <dgm:prSet presAssocID="{48660598-E9AF-4252-B4EE-B52EC33390B3}" presName="compNode" presStyleCnt="0"/>
      <dgm:spPr/>
    </dgm:pt>
    <dgm:pt modelId="{255B8055-685C-4352-A476-7ACA771CF416}" type="pres">
      <dgm:prSet presAssocID="{48660598-E9AF-4252-B4EE-B52EC33390B3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el"/>
        </a:ext>
      </dgm:extLst>
    </dgm:pt>
    <dgm:pt modelId="{3CDB16C7-B7D1-42FA-8F67-FF76CB98D6AF}" type="pres">
      <dgm:prSet presAssocID="{48660598-E9AF-4252-B4EE-B52EC33390B3}" presName="spaceRect" presStyleCnt="0"/>
      <dgm:spPr/>
    </dgm:pt>
    <dgm:pt modelId="{50B33A6D-42C1-456B-B608-339F3F2BEE10}" type="pres">
      <dgm:prSet presAssocID="{48660598-E9AF-4252-B4EE-B52EC33390B3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B69C130F-37A2-483C-B023-4036ED629DEE}" type="presOf" srcId="{5DA49323-DE93-4B8B-95DA-827835293182}" destId="{8056C044-0059-400C-BDFF-334892C47717}" srcOrd="0" destOrd="0" presId="urn:microsoft.com/office/officeart/2018/2/layout/IconLabelList"/>
    <dgm:cxn modelId="{74054241-B6EF-4FCC-869A-FD96823B261D}" srcId="{203C1CFE-6045-4D9E-93FB-464C062213F6}" destId="{5DA49323-DE93-4B8B-95DA-827835293182}" srcOrd="3" destOrd="0" parTransId="{3F8964A3-7CDC-44C1-BB1B-29DB8C9A81F6}" sibTransId="{E7E72075-F5A5-4E0B-A3C5-49B39187C3DE}"/>
    <dgm:cxn modelId="{6116A350-CC45-4A64-842E-C0A0B54BF8FC}" type="presOf" srcId="{1AB5FA07-7174-4FF3-AD78-0294C3366DB2}" destId="{1118F541-0BCA-45AF-835F-753E6B55DDB5}" srcOrd="0" destOrd="0" presId="urn:microsoft.com/office/officeart/2018/2/layout/IconLabelList"/>
    <dgm:cxn modelId="{E24E3972-65B1-45F7-9AC5-4D6967D05773}" type="presOf" srcId="{48660598-E9AF-4252-B4EE-B52EC33390B3}" destId="{50B33A6D-42C1-456B-B608-339F3F2BEE10}" srcOrd="0" destOrd="0" presId="urn:microsoft.com/office/officeart/2018/2/layout/IconLabelList"/>
    <dgm:cxn modelId="{FCD0DE72-5C10-4C27-BB40-FE4187D6B1CF}" srcId="{203C1CFE-6045-4D9E-93FB-464C062213F6}" destId="{1AB5FA07-7174-4FF3-AD78-0294C3366DB2}" srcOrd="2" destOrd="0" parTransId="{39E2CA1F-AD0A-4705-B958-7A272D7F7B4F}" sibTransId="{E25041FA-380A-47CB-A958-B015B4D0CE2A}"/>
    <dgm:cxn modelId="{FDECDC8F-089E-4AE9-BE65-796429FDE183}" type="presOf" srcId="{203C1CFE-6045-4D9E-93FB-464C062213F6}" destId="{B4586C57-E02C-4B58-AEA5-1680E1BF2572}" srcOrd="0" destOrd="0" presId="urn:microsoft.com/office/officeart/2018/2/layout/IconLabelList"/>
    <dgm:cxn modelId="{6A717B95-F237-4897-AF64-2AC797000C50}" type="presOf" srcId="{45482598-5EBB-4294-B8B9-BBF8CFEC50EC}" destId="{797A9B61-2712-4C7B-9BB2-C184ED713670}" srcOrd="0" destOrd="0" presId="urn:microsoft.com/office/officeart/2018/2/layout/IconLabelList"/>
    <dgm:cxn modelId="{C9266DB2-2CAC-4304-9A7E-E459F39A3DF2}" srcId="{203C1CFE-6045-4D9E-93FB-464C062213F6}" destId="{142D948B-275F-45A4-94C5-A3E9247D6892}" srcOrd="0" destOrd="0" parTransId="{9FD4578C-4B21-4D6C-AEF8-68C80CE8C261}" sibTransId="{1F7DCCEA-A82A-4351-82FD-AA57FD2C583B}"/>
    <dgm:cxn modelId="{431D39B4-9533-4381-A903-208BA6566BA5}" srcId="{203C1CFE-6045-4D9E-93FB-464C062213F6}" destId="{48660598-E9AF-4252-B4EE-B52EC33390B3}" srcOrd="4" destOrd="0" parTransId="{536EAE1F-0B8F-44F6-8A65-416CD4370DE7}" sibTransId="{6D7FABA8-7F9A-4E44-B2EE-A8D0052B34B4}"/>
    <dgm:cxn modelId="{39AAFFC8-2422-4846-BCB8-9EE3D5AE8177}" srcId="{203C1CFE-6045-4D9E-93FB-464C062213F6}" destId="{45482598-5EBB-4294-B8B9-BBF8CFEC50EC}" srcOrd="1" destOrd="0" parTransId="{E86E5C54-D220-482B-B22B-B3898705B86B}" sibTransId="{E5CAFB2E-6AF8-42D8-9DB5-B3A0206BF440}"/>
    <dgm:cxn modelId="{FC0833EA-CE6D-4BD6-AC23-3FEC0A3A3F1C}" type="presOf" srcId="{142D948B-275F-45A4-94C5-A3E9247D6892}" destId="{45588B23-81A6-4AEA-87C0-3963D9E25AA7}" srcOrd="0" destOrd="0" presId="urn:microsoft.com/office/officeart/2018/2/layout/IconLabelList"/>
    <dgm:cxn modelId="{200EE8E6-968D-4654-9E21-EE16CF738339}" type="presParOf" srcId="{B4586C57-E02C-4B58-AEA5-1680E1BF2572}" destId="{0E26190C-15E8-4E1B-A9F1-A4E16A1EEDFB}" srcOrd="0" destOrd="0" presId="urn:microsoft.com/office/officeart/2018/2/layout/IconLabelList"/>
    <dgm:cxn modelId="{2B261E09-27D7-48E6-92E5-0DF0AB10DCFA}" type="presParOf" srcId="{0E26190C-15E8-4E1B-A9F1-A4E16A1EEDFB}" destId="{44142645-8F64-4474-A40A-4884C6505CDD}" srcOrd="0" destOrd="0" presId="urn:microsoft.com/office/officeart/2018/2/layout/IconLabelList"/>
    <dgm:cxn modelId="{BB8C3AA9-C617-4A62-B6A1-D8DA85B9378E}" type="presParOf" srcId="{0E26190C-15E8-4E1B-A9F1-A4E16A1EEDFB}" destId="{4B3A08F5-C96B-4244-B959-EEF8C5CE6D7C}" srcOrd="1" destOrd="0" presId="urn:microsoft.com/office/officeart/2018/2/layout/IconLabelList"/>
    <dgm:cxn modelId="{B57922FB-693E-445C-A858-2151EA98EF83}" type="presParOf" srcId="{0E26190C-15E8-4E1B-A9F1-A4E16A1EEDFB}" destId="{45588B23-81A6-4AEA-87C0-3963D9E25AA7}" srcOrd="2" destOrd="0" presId="urn:microsoft.com/office/officeart/2018/2/layout/IconLabelList"/>
    <dgm:cxn modelId="{0399B33C-6090-4B13-88A5-ECC046111E48}" type="presParOf" srcId="{B4586C57-E02C-4B58-AEA5-1680E1BF2572}" destId="{3E8C99A5-8504-4276-B5AB-CE25A06127B5}" srcOrd="1" destOrd="0" presId="urn:microsoft.com/office/officeart/2018/2/layout/IconLabelList"/>
    <dgm:cxn modelId="{637D5E3A-E45B-459A-91D0-B12F606C9FBE}" type="presParOf" srcId="{B4586C57-E02C-4B58-AEA5-1680E1BF2572}" destId="{0702D2A3-E3E2-40A3-AD08-FDC8F12DBBA2}" srcOrd="2" destOrd="0" presId="urn:microsoft.com/office/officeart/2018/2/layout/IconLabelList"/>
    <dgm:cxn modelId="{3EBB6A99-D080-4C3A-BDBB-7B052D93BEAE}" type="presParOf" srcId="{0702D2A3-E3E2-40A3-AD08-FDC8F12DBBA2}" destId="{41978E04-AF97-46D8-B358-C9FC2865ECBD}" srcOrd="0" destOrd="0" presId="urn:microsoft.com/office/officeart/2018/2/layout/IconLabelList"/>
    <dgm:cxn modelId="{CA8669E6-703F-4086-83E5-4475A529B33B}" type="presParOf" srcId="{0702D2A3-E3E2-40A3-AD08-FDC8F12DBBA2}" destId="{75D2C294-37B2-48E2-99C7-223E6B1EBB2D}" srcOrd="1" destOrd="0" presId="urn:microsoft.com/office/officeart/2018/2/layout/IconLabelList"/>
    <dgm:cxn modelId="{AD1B317E-F432-48BC-A3A6-35A1B1F49B11}" type="presParOf" srcId="{0702D2A3-E3E2-40A3-AD08-FDC8F12DBBA2}" destId="{797A9B61-2712-4C7B-9BB2-C184ED713670}" srcOrd="2" destOrd="0" presId="urn:microsoft.com/office/officeart/2018/2/layout/IconLabelList"/>
    <dgm:cxn modelId="{24E9B8B0-2306-4BD8-B1FF-526C90955597}" type="presParOf" srcId="{B4586C57-E02C-4B58-AEA5-1680E1BF2572}" destId="{CFA05BF6-A928-48EF-9F7A-9E2A126758A5}" srcOrd="3" destOrd="0" presId="urn:microsoft.com/office/officeart/2018/2/layout/IconLabelList"/>
    <dgm:cxn modelId="{CD2BC4F1-71B6-4FA2-AD50-544B3202084A}" type="presParOf" srcId="{B4586C57-E02C-4B58-AEA5-1680E1BF2572}" destId="{42ED3204-68F0-4C8D-BBD4-A4FC2A95FA5B}" srcOrd="4" destOrd="0" presId="urn:microsoft.com/office/officeart/2018/2/layout/IconLabelList"/>
    <dgm:cxn modelId="{51CC6848-0E78-4453-8F25-5A9F0B119D1B}" type="presParOf" srcId="{42ED3204-68F0-4C8D-BBD4-A4FC2A95FA5B}" destId="{BCF9ECE3-691B-4E51-A7CE-71DA0CD8DE45}" srcOrd="0" destOrd="0" presId="urn:microsoft.com/office/officeart/2018/2/layout/IconLabelList"/>
    <dgm:cxn modelId="{0D5640BF-7427-49C7-A571-CF593799F18C}" type="presParOf" srcId="{42ED3204-68F0-4C8D-BBD4-A4FC2A95FA5B}" destId="{BF1EA746-E5F6-4949-B22D-B2BBD4BAB41F}" srcOrd="1" destOrd="0" presId="urn:microsoft.com/office/officeart/2018/2/layout/IconLabelList"/>
    <dgm:cxn modelId="{EE9A44B1-C5C4-421B-ADE8-49FDC8E765D5}" type="presParOf" srcId="{42ED3204-68F0-4C8D-BBD4-A4FC2A95FA5B}" destId="{1118F541-0BCA-45AF-835F-753E6B55DDB5}" srcOrd="2" destOrd="0" presId="urn:microsoft.com/office/officeart/2018/2/layout/IconLabelList"/>
    <dgm:cxn modelId="{87416BF5-4F77-402F-A1C3-B70393C79AE8}" type="presParOf" srcId="{B4586C57-E02C-4B58-AEA5-1680E1BF2572}" destId="{51A4E352-3A7E-4783-83E8-8C5EBE3B1C44}" srcOrd="5" destOrd="0" presId="urn:microsoft.com/office/officeart/2018/2/layout/IconLabelList"/>
    <dgm:cxn modelId="{D3FA8E38-E526-4163-80A7-85D705B08E4F}" type="presParOf" srcId="{B4586C57-E02C-4B58-AEA5-1680E1BF2572}" destId="{283B9656-9649-4CDF-8AE1-6905B53BA78D}" srcOrd="6" destOrd="0" presId="urn:microsoft.com/office/officeart/2018/2/layout/IconLabelList"/>
    <dgm:cxn modelId="{D9032C9D-2D46-4F5F-9C45-C41ADCA1D518}" type="presParOf" srcId="{283B9656-9649-4CDF-8AE1-6905B53BA78D}" destId="{92E0F191-ADC2-4C8A-9203-4FAEC19D460A}" srcOrd="0" destOrd="0" presId="urn:microsoft.com/office/officeart/2018/2/layout/IconLabelList"/>
    <dgm:cxn modelId="{31AF5436-0B17-4594-B391-E4439D46155E}" type="presParOf" srcId="{283B9656-9649-4CDF-8AE1-6905B53BA78D}" destId="{B6D89208-FE53-432A-AE90-0BF76F813C9B}" srcOrd="1" destOrd="0" presId="urn:microsoft.com/office/officeart/2018/2/layout/IconLabelList"/>
    <dgm:cxn modelId="{474D62B3-A2CA-4742-8EA4-BBCC07CE9A76}" type="presParOf" srcId="{283B9656-9649-4CDF-8AE1-6905B53BA78D}" destId="{8056C044-0059-400C-BDFF-334892C47717}" srcOrd="2" destOrd="0" presId="urn:microsoft.com/office/officeart/2018/2/layout/IconLabelList"/>
    <dgm:cxn modelId="{B6213E5E-3B79-44DE-9926-273D7999B158}" type="presParOf" srcId="{B4586C57-E02C-4B58-AEA5-1680E1BF2572}" destId="{C27321D1-368E-47C0-B91A-901E8874DECB}" srcOrd="7" destOrd="0" presId="urn:microsoft.com/office/officeart/2018/2/layout/IconLabelList"/>
    <dgm:cxn modelId="{4B16AFF6-95C6-4835-B38E-56CA354B4914}" type="presParOf" srcId="{B4586C57-E02C-4B58-AEA5-1680E1BF2572}" destId="{9298E9BD-2DBD-429E-A1F2-7F901BFCBC7F}" srcOrd="8" destOrd="0" presId="urn:microsoft.com/office/officeart/2018/2/layout/IconLabelList"/>
    <dgm:cxn modelId="{785C19BC-A52C-4A1B-844A-A77DCB10DD3F}" type="presParOf" srcId="{9298E9BD-2DBD-429E-A1F2-7F901BFCBC7F}" destId="{255B8055-685C-4352-A476-7ACA771CF416}" srcOrd="0" destOrd="0" presId="urn:microsoft.com/office/officeart/2018/2/layout/IconLabelList"/>
    <dgm:cxn modelId="{F3F745F7-5E7C-4045-8226-180F4198B30E}" type="presParOf" srcId="{9298E9BD-2DBD-429E-A1F2-7F901BFCBC7F}" destId="{3CDB16C7-B7D1-42FA-8F67-FF76CB98D6AF}" srcOrd="1" destOrd="0" presId="urn:microsoft.com/office/officeart/2018/2/layout/IconLabelList"/>
    <dgm:cxn modelId="{A2E0E644-8DA4-46C3-A5F3-943FB9DB3DB6}" type="presParOf" srcId="{9298E9BD-2DBD-429E-A1F2-7F901BFCBC7F}" destId="{50B33A6D-42C1-456B-B608-339F3F2BEE1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E2A16B9-FDA3-455B-8F87-5ED3F6900FB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D8BA77CA-46E6-4238-A503-5CD70BEA9131}">
      <dgm:prSet/>
      <dgm:spPr/>
      <dgm:t>
        <a:bodyPr/>
        <a:lstStyle/>
        <a:p>
          <a:r>
            <a:rPr lang="nl-NL"/>
            <a:t>Streamlit dashboard</a:t>
          </a:r>
          <a:endParaRPr lang="en-US"/>
        </a:p>
      </dgm:t>
    </dgm:pt>
    <dgm:pt modelId="{C1DE48F4-D015-4A8D-85D9-E58CA4946316}" type="parTrans" cxnId="{7EC3C8B9-1215-4984-A10F-D39C9F0B2B6D}">
      <dgm:prSet/>
      <dgm:spPr/>
      <dgm:t>
        <a:bodyPr/>
        <a:lstStyle/>
        <a:p>
          <a:endParaRPr lang="en-US"/>
        </a:p>
      </dgm:t>
    </dgm:pt>
    <dgm:pt modelId="{D80EA97E-9AAE-4619-82C6-DD04C6DAF7BF}" type="sibTrans" cxnId="{7EC3C8B9-1215-4984-A10F-D39C9F0B2B6D}">
      <dgm:prSet/>
      <dgm:spPr/>
      <dgm:t>
        <a:bodyPr/>
        <a:lstStyle/>
        <a:p>
          <a:endParaRPr lang="en-US"/>
        </a:p>
      </dgm:t>
    </dgm:pt>
    <dgm:pt modelId="{2BF3DE60-2F64-4FC8-983B-D493498E5206}">
      <dgm:prSet/>
      <dgm:spPr/>
      <dgm:t>
        <a:bodyPr/>
        <a:lstStyle/>
        <a:p>
          <a:r>
            <a:rPr lang="nl-NL"/>
            <a:t>User friendly UI design</a:t>
          </a:r>
          <a:endParaRPr lang="en-US"/>
        </a:p>
      </dgm:t>
    </dgm:pt>
    <dgm:pt modelId="{3AE1C4D2-6A49-44BE-B537-7EB72C09150C}" type="parTrans" cxnId="{72E580AA-78EF-45C3-AEF2-A248A789C2B1}">
      <dgm:prSet/>
      <dgm:spPr/>
      <dgm:t>
        <a:bodyPr/>
        <a:lstStyle/>
        <a:p>
          <a:endParaRPr lang="en-US"/>
        </a:p>
      </dgm:t>
    </dgm:pt>
    <dgm:pt modelId="{1338E032-372A-4DDE-8372-847E8FAA08EF}" type="sibTrans" cxnId="{72E580AA-78EF-45C3-AEF2-A248A789C2B1}">
      <dgm:prSet/>
      <dgm:spPr/>
      <dgm:t>
        <a:bodyPr/>
        <a:lstStyle/>
        <a:p>
          <a:endParaRPr lang="en-US"/>
        </a:p>
      </dgm:t>
    </dgm:pt>
    <dgm:pt modelId="{01BE763D-3FE1-4DA3-812C-FE8FEADB711A}">
      <dgm:prSet/>
      <dgm:spPr/>
      <dgm:t>
        <a:bodyPr/>
        <a:lstStyle/>
        <a:p>
          <a:r>
            <a:rPr lang="nl-NL"/>
            <a:t>Model data saves</a:t>
          </a:r>
          <a:endParaRPr lang="en-US"/>
        </a:p>
      </dgm:t>
    </dgm:pt>
    <dgm:pt modelId="{4441DE93-C8C1-4D82-B5E9-BBD8DD60FAEF}" type="parTrans" cxnId="{3066CB66-CF3C-4F49-BF26-5F233AB7E186}">
      <dgm:prSet/>
      <dgm:spPr/>
      <dgm:t>
        <a:bodyPr/>
        <a:lstStyle/>
        <a:p>
          <a:endParaRPr lang="en-US"/>
        </a:p>
      </dgm:t>
    </dgm:pt>
    <dgm:pt modelId="{F37F41F3-82B5-44BF-9539-CFD8B6FC14A3}" type="sibTrans" cxnId="{3066CB66-CF3C-4F49-BF26-5F233AB7E186}">
      <dgm:prSet/>
      <dgm:spPr/>
      <dgm:t>
        <a:bodyPr/>
        <a:lstStyle/>
        <a:p>
          <a:endParaRPr lang="en-US"/>
        </a:p>
      </dgm:t>
    </dgm:pt>
    <dgm:pt modelId="{76D0BE61-2226-45B1-BE36-A42893C5E996}">
      <dgm:prSet/>
      <dgm:spPr/>
      <dgm:t>
        <a:bodyPr/>
        <a:lstStyle/>
        <a:p>
          <a:r>
            <a:rPr lang="nl-NL"/>
            <a:t>Reproducable to a certain extent</a:t>
          </a:r>
          <a:endParaRPr lang="en-US"/>
        </a:p>
      </dgm:t>
    </dgm:pt>
    <dgm:pt modelId="{74A76927-6205-4B42-97FC-BEF0B7168985}" type="parTrans" cxnId="{E5441160-04A5-4162-A77E-BB4D81BF3698}">
      <dgm:prSet/>
      <dgm:spPr/>
      <dgm:t>
        <a:bodyPr/>
        <a:lstStyle/>
        <a:p>
          <a:endParaRPr lang="en-US"/>
        </a:p>
      </dgm:t>
    </dgm:pt>
    <dgm:pt modelId="{3AC428DC-E790-4DAE-A03B-14E8584405A5}" type="sibTrans" cxnId="{E5441160-04A5-4162-A77E-BB4D81BF3698}">
      <dgm:prSet/>
      <dgm:spPr/>
      <dgm:t>
        <a:bodyPr/>
        <a:lstStyle/>
        <a:p>
          <a:endParaRPr lang="en-US"/>
        </a:p>
      </dgm:t>
    </dgm:pt>
    <dgm:pt modelId="{7B8DBFA6-2871-4D04-9D16-FFBD8BFB4FF4}" type="pres">
      <dgm:prSet presAssocID="{BE2A16B9-FDA3-455B-8F87-5ED3F6900FB6}" presName="root" presStyleCnt="0">
        <dgm:presLayoutVars>
          <dgm:dir/>
          <dgm:resizeHandles val="exact"/>
        </dgm:presLayoutVars>
      </dgm:prSet>
      <dgm:spPr/>
    </dgm:pt>
    <dgm:pt modelId="{CDDC5A04-8E9C-4674-952B-27590BC71108}" type="pres">
      <dgm:prSet presAssocID="{D8BA77CA-46E6-4238-A503-5CD70BEA9131}" presName="compNode" presStyleCnt="0"/>
      <dgm:spPr/>
    </dgm:pt>
    <dgm:pt modelId="{354D00E0-C94D-4D09-A140-7C9EE202CA1F}" type="pres">
      <dgm:prSet presAssocID="{D8BA77CA-46E6-4238-A503-5CD70BEA9131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5A9EE488-51BF-4C54-A442-64D59B6CB287}" type="pres">
      <dgm:prSet presAssocID="{D8BA77CA-46E6-4238-A503-5CD70BEA9131}" presName="spaceRect" presStyleCnt="0"/>
      <dgm:spPr/>
    </dgm:pt>
    <dgm:pt modelId="{955A3D64-6F9A-4528-AC3D-4C809035567C}" type="pres">
      <dgm:prSet presAssocID="{D8BA77CA-46E6-4238-A503-5CD70BEA9131}" presName="textRect" presStyleLbl="revTx" presStyleIdx="0" presStyleCnt="4">
        <dgm:presLayoutVars>
          <dgm:chMax val="1"/>
          <dgm:chPref val="1"/>
        </dgm:presLayoutVars>
      </dgm:prSet>
      <dgm:spPr/>
    </dgm:pt>
    <dgm:pt modelId="{4DABADD2-D87F-442D-BFD4-A02797F2550C}" type="pres">
      <dgm:prSet presAssocID="{D80EA97E-9AAE-4619-82C6-DD04C6DAF7BF}" presName="sibTrans" presStyleCnt="0"/>
      <dgm:spPr/>
    </dgm:pt>
    <dgm:pt modelId="{589AB3ED-4EF0-45B7-8B11-56519FC03981}" type="pres">
      <dgm:prSet presAssocID="{2BF3DE60-2F64-4FC8-983B-D493498E5206}" presName="compNode" presStyleCnt="0"/>
      <dgm:spPr/>
    </dgm:pt>
    <dgm:pt modelId="{BD637473-ABB4-4C0D-9B86-DA49507C8A67}" type="pres">
      <dgm:prSet presAssocID="{2BF3DE60-2F64-4FC8-983B-D493498E5206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B675B4EB-81E0-4E1D-8F5C-1BFB405674A0}" type="pres">
      <dgm:prSet presAssocID="{2BF3DE60-2F64-4FC8-983B-D493498E5206}" presName="spaceRect" presStyleCnt="0"/>
      <dgm:spPr/>
    </dgm:pt>
    <dgm:pt modelId="{12EBA72C-C34A-4E29-8DC3-B22258CBADE8}" type="pres">
      <dgm:prSet presAssocID="{2BF3DE60-2F64-4FC8-983B-D493498E5206}" presName="textRect" presStyleLbl="revTx" presStyleIdx="1" presStyleCnt="4">
        <dgm:presLayoutVars>
          <dgm:chMax val="1"/>
          <dgm:chPref val="1"/>
        </dgm:presLayoutVars>
      </dgm:prSet>
      <dgm:spPr/>
    </dgm:pt>
    <dgm:pt modelId="{71A8D7F5-1AF4-46EF-9CD9-17FB55667582}" type="pres">
      <dgm:prSet presAssocID="{1338E032-372A-4DDE-8372-847E8FAA08EF}" presName="sibTrans" presStyleCnt="0"/>
      <dgm:spPr/>
    </dgm:pt>
    <dgm:pt modelId="{6D7F56E2-6C98-4A86-BD59-ACDC55362889}" type="pres">
      <dgm:prSet presAssocID="{01BE763D-3FE1-4DA3-812C-FE8FEADB711A}" presName="compNode" presStyleCnt="0"/>
      <dgm:spPr/>
    </dgm:pt>
    <dgm:pt modelId="{B545E6D5-27D3-469F-8787-AE7BF7995A7B}" type="pres">
      <dgm:prSet presAssocID="{01BE763D-3FE1-4DA3-812C-FE8FEADB711A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CDD14A2A-8CAB-481C-966B-C17BE6CE0963}" type="pres">
      <dgm:prSet presAssocID="{01BE763D-3FE1-4DA3-812C-FE8FEADB711A}" presName="spaceRect" presStyleCnt="0"/>
      <dgm:spPr/>
    </dgm:pt>
    <dgm:pt modelId="{47ECC4A5-2463-4ED3-B9F2-551A7522C50C}" type="pres">
      <dgm:prSet presAssocID="{01BE763D-3FE1-4DA3-812C-FE8FEADB711A}" presName="textRect" presStyleLbl="revTx" presStyleIdx="2" presStyleCnt="4">
        <dgm:presLayoutVars>
          <dgm:chMax val="1"/>
          <dgm:chPref val="1"/>
        </dgm:presLayoutVars>
      </dgm:prSet>
      <dgm:spPr/>
    </dgm:pt>
    <dgm:pt modelId="{6309493A-5AF8-4DB7-A09C-CD9498071021}" type="pres">
      <dgm:prSet presAssocID="{F37F41F3-82B5-44BF-9539-CFD8B6FC14A3}" presName="sibTrans" presStyleCnt="0"/>
      <dgm:spPr/>
    </dgm:pt>
    <dgm:pt modelId="{14104948-2EA4-4B91-93E2-76FB9F0F15EB}" type="pres">
      <dgm:prSet presAssocID="{76D0BE61-2226-45B1-BE36-A42893C5E996}" presName="compNode" presStyleCnt="0"/>
      <dgm:spPr/>
    </dgm:pt>
    <dgm:pt modelId="{AA09FD43-6E47-49EE-BCA9-5522559D8223}" type="pres">
      <dgm:prSet presAssocID="{76D0BE61-2226-45B1-BE36-A42893C5E996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inkje"/>
        </a:ext>
      </dgm:extLst>
    </dgm:pt>
    <dgm:pt modelId="{69EE3B97-43A0-4830-8CE4-9EC5E585A2F3}" type="pres">
      <dgm:prSet presAssocID="{76D0BE61-2226-45B1-BE36-A42893C5E996}" presName="spaceRect" presStyleCnt="0"/>
      <dgm:spPr/>
    </dgm:pt>
    <dgm:pt modelId="{36519C68-C291-4141-BA14-279B4D8A9630}" type="pres">
      <dgm:prSet presAssocID="{76D0BE61-2226-45B1-BE36-A42893C5E99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D67E303-4C39-4CAC-98A7-B2874D19E993}" type="presOf" srcId="{BE2A16B9-FDA3-455B-8F87-5ED3F6900FB6}" destId="{7B8DBFA6-2871-4D04-9D16-FFBD8BFB4FF4}" srcOrd="0" destOrd="0" presId="urn:microsoft.com/office/officeart/2018/2/layout/IconLabelList"/>
    <dgm:cxn modelId="{E5441160-04A5-4162-A77E-BB4D81BF3698}" srcId="{BE2A16B9-FDA3-455B-8F87-5ED3F6900FB6}" destId="{76D0BE61-2226-45B1-BE36-A42893C5E996}" srcOrd="3" destOrd="0" parTransId="{74A76927-6205-4B42-97FC-BEF0B7168985}" sibTransId="{3AC428DC-E790-4DAE-A03B-14E8584405A5}"/>
    <dgm:cxn modelId="{3066CB66-CF3C-4F49-BF26-5F233AB7E186}" srcId="{BE2A16B9-FDA3-455B-8F87-5ED3F6900FB6}" destId="{01BE763D-3FE1-4DA3-812C-FE8FEADB711A}" srcOrd="2" destOrd="0" parTransId="{4441DE93-C8C1-4D82-B5E9-BBD8DD60FAEF}" sibTransId="{F37F41F3-82B5-44BF-9539-CFD8B6FC14A3}"/>
    <dgm:cxn modelId="{966D4C81-512E-4FE9-91FC-90D65C01A0DB}" type="presOf" srcId="{D8BA77CA-46E6-4238-A503-5CD70BEA9131}" destId="{955A3D64-6F9A-4528-AC3D-4C809035567C}" srcOrd="0" destOrd="0" presId="urn:microsoft.com/office/officeart/2018/2/layout/IconLabelList"/>
    <dgm:cxn modelId="{91DF4E95-97FA-4F65-AEA5-12D65DE9BC33}" type="presOf" srcId="{2BF3DE60-2F64-4FC8-983B-D493498E5206}" destId="{12EBA72C-C34A-4E29-8DC3-B22258CBADE8}" srcOrd="0" destOrd="0" presId="urn:microsoft.com/office/officeart/2018/2/layout/IconLabelList"/>
    <dgm:cxn modelId="{49095D9C-972E-4C5F-8206-6F029CDACE84}" type="presOf" srcId="{01BE763D-3FE1-4DA3-812C-FE8FEADB711A}" destId="{47ECC4A5-2463-4ED3-B9F2-551A7522C50C}" srcOrd="0" destOrd="0" presId="urn:microsoft.com/office/officeart/2018/2/layout/IconLabelList"/>
    <dgm:cxn modelId="{72E580AA-78EF-45C3-AEF2-A248A789C2B1}" srcId="{BE2A16B9-FDA3-455B-8F87-5ED3F6900FB6}" destId="{2BF3DE60-2F64-4FC8-983B-D493498E5206}" srcOrd="1" destOrd="0" parTransId="{3AE1C4D2-6A49-44BE-B537-7EB72C09150C}" sibTransId="{1338E032-372A-4DDE-8372-847E8FAA08EF}"/>
    <dgm:cxn modelId="{7EC3C8B9-1215-4984-A10F-D39C9F0B2B6D}" srcId="{BE2A16B9-FDA3-455B-8F87-5ED3F6900FB6}" destId="{D8BA77CA-46E6-4238-A503-5CD70BEA9131}" srcOrd="0" destOrd="0" parTransId="{C1DE48F4-D015-4A8D-85D9-E58CA4946316}" sibTransId="{D80EA97E-9AAE-4619-82C6-DD04C6DAF7BF}"/>
    <dgm:cxn modelId="{CE6687D2-72A9-41BA-9FD7-E8C09B5E33CA}" type="presOf" srcId="{76D0BE61-2226-45B1-BE36-A42893C5E996}" destId="{36519C68-C291-4141-BA14-279B4D8A9630}" srcOrd="0" destOrd="0" presId="urn:microsoft.com/office/officeart/2018/2/layout/IconLabelList"/>
    <dgm:cxn modelId="{D75041B9-4995-491A-8BEB-6A2FFCBB45E1}" type="presParOf" srcId="{7B8DBFA6-2871-4D04-9D16-FFBD8BFB4FF4}" destId="{CDDC5A04-8E9C-4674-952B-27590BC71108}" srcOrd="0" destOrd="0" presId="urn:microsoft.com/office/officeart/2018/2/layout/IconLabelList"/>
    <dgm:cxn modelId="{B8CE54AE-3155-4EFC-A68C-62F37CEEDC53}" type="presParOf" srcId="{CDDC5A04-8E9C-4674-952B-27590BC71108}" destId="{354D00E0-C94D-4D09-A140-7C9EE202CA1F}" srcOrd="0" destOrd="0" presId="urn:microsoft.com/office/officeart/2018/2/layout/IconLabelList"/>
    <dgm:cxn modelId="{D15AEBCC-B985-4F72-ADAC-8E02BC97019D}" type="presParOf" srcId="{CDDC5A04-8E9C-4674-952B-27590BC71108}" destId="{5A9EE488-51BF-4C54-A442-64D59B6CB287}" srcOrd="1" destOrd="0" presId="urn:microsoft.com/office/officeart/2018/2/layout/IconLabelList"/>
    <dgm:cxn modelId="{68541B1A-E0CE-4AA9-BF39-9DFFC2BE70B3}" type="presParOf" srcId="{CDDC5A04-8E9C-4674-952B-27590BC71108}" destId="{955A3D64-6F9A-4528-AC3D-4C809035567C}" srcOrd="2" destOrd="0" presId="urn:microsoft.com/office/officeart/2018/2/layout/IconLabelList"/>
    <dgm:cxn modelId="{8D4E5B4B-C2F9-491A-8F6D-17C5C32D6F4B}" type="presParOf" srcId="{7B8DBFA6-2871-4D04-9D16-FFBD8BFB4FF4}" destId="{4DABADD2-D87F-442D-BFD4-A02797F2550C}" srcOrd="1" destOrd="0" presId="urn:microsoft.com/office/officeart/2018/2/layout/IconLabelList"/>
    <dgm:cxn modelId="{DFD92E32-7D68-4DA2-A21C-58E955644E1B}" type="presParOf" srcId="{7B8DBFA6-2871-4D04-9D16-FFBD8BFB4FF4}" destId="{589AB3ED-4EF0-45B7-8B11-56519FC03981}" srcOrd="2" destOrd="0" presId="urn:microsoft.com/office/officeart/2018/2/layout/IconLabelList"/>
    <dgm:cxn modelId="{1ED93AEC-84AF-4D3D-95E9-ACF3BD7C3435}" type="presParOf" srcId="{589AB3ED-4EF0-45B7-8B11-56519FC03981}" destId="{BD637473-ABB4-4C0D-9B86-DA49507C8A67}" srcOrd="0" destOrd="0" presId="urn:microsoft.com/office/officeart/2018/2/layout/IconLabelList"/>
    <dgm:cxn modelId="{123017B7-7D5A-4B37-B9CC-6D09ECA60FC2}" type="presParOf" srcId="{589AB3ED-4EF0-45B7-8B11-56519FC03981}" destId="{B675B4EB-81E0-4E1D-8F5C-1BFB405674A0}" srcOrd="1" destOrd="0" presId="urn:microsoft.com/office/officeart/2018/2/layout/IconLabelList"/>
    <dgm:cxn modelId="{34F1ECDC-BD9F-4E9A-B822-DDFD1A693117}" type="presParOf" srcId="{589AB3ED-4EF0-45B7-8B11-56519FC03981}" destId="{12EBA72C-C34A-4E29-8DC3-B22258CBADE8}" srcOrd="2" destOrd="0" presId="urn:microsoft.com/office/officeart/2018/2/layout/IconLabelList"/>
    <dgm:cxn modelId="{03FBE89E-EC61-42F2-9D3B-A304C597BC07}" type="presParOf" srcId="{7B8DBFA6-2871-4D04-9D16-FFBD8BFB4FF4}" destId="{71A8D7F5-1AF4-46EF-9CD9-17FB55667582}" srcOrd="3" destOrd="0" presId="urn:microsoft.com/office/officeart/2018/2/layout/IconLabelList"/>
    <dgm:cxn modelId="{92F382EF-0591-4203-9AA4-6FC0AC05D3E7}" type="presParOf" srcId="{7B8DBFA6-2871-4D04-9D16-FFBD8BFB4FF4}" destId="{6D7F56E2-6C98-4A86-BD59-ACDC55362889}" srcOrd="4" destOrd="0" presId="urn:microsoft.com/office/officeart/2018/2/layout/IconLabelList"/>
    <dgm:cxn modelId="{03FF40F2-048E-4A5B-A22E-ED2D447A8B22}" type="presParOf" srcId="{6D7F56E2-6C98-4A86-BD59-ACDC55362889}" destId="{B545E6D5-27D3-469F-8787-AE7BF7995A7B}" srcOrd="0" destOrd="0" presId="urn:microsoft.com/office/officeart/2018/2/layout/IconLabelList"/>
    <dgm:cxn modelId="{E1EEE774-0451-4490-8FF9-8871ED47C313}" type="presParOf" srcId="{6D7F56E2-6C98-4A86-BD59-ACDC55362889}" destId="{CDD14A2A-8CAB-481C-966B-C17BE6CE0963}" srcOrd="1" destOrd="0" presId="urn:microsoft.com/office/officeart/2018/2/layout/IconLabelList"/>
    <dgm:cxn modelId="{4838C0CB-B4A8-4D65-84F8-7F12D4105F7A}" type="presParOf" srcId="{6D7F56E2-6C98-4A86-BD59-ACDC55362889}" destId="{47ECC4A5-2463-4ED3-B9F2-551A7522C50C}" srcOrd="2" destOrd="0" presId="urn:microsoft.com/office/officeart/2018/2/layout/IconLabelList"/>
    <dgm:cxn modelId="{64E604C5-FADB-46FD-B94E-B332E6D4047D}" type="presParOf" srcId="{7B8DBFA6-2871-4D04-9D16-FFBD8BFB4FF4}" destId="{6309493A-5AF8-4DB7-A09C-CD9498071021}" srcOrd="5" destOrd="0" presId="urn:microsoft.com/office/officeart/2018/2/layout/IconLabelList"/>
    <dgm:cxn modelId="{2377EB26-F2C2-48A7-A429-832A0D07A52B}" type="presParOf" srcId="{7B8DBFA6-2871-4D04-9D16-FFBD8BFB4FF4}" destId="{14104948-2EA4-4B91-93E2-76FB9F0F15EB}" srcOrd="6" destOrd="0" presId="urn:microsoft.com/office/officeart/2018/2/layout/IconLabelList"/>
    <dgm:cxn modelId="{A93ACCF1-A9E4-4C99-B3D2-C5A64A743D1A}" type="presParOf" srcId="{14104948-2EA4-4B91-93E2-76FB9F0F15EB}" destId="{AA09FD43-6E47-49EE-BCA9-5522559D8223}" srcOrd="0" destOrd="0" presId="urn:microsoft.com/office/officeart/2018/2/layout/IconLabelList"/>
    <dgm:cxn modelId="{3535DD14-DB22-4136-BC9B-2BAADFF6C3F2}" type="presParOf" srcId="{14104948-2EA4-4B91-93E2-76FB9F0F15EB}" destId="{69EE3B97-43A0-4830-8CE4-9EC5E585A2F3}" srcOrd="1" destOrd="0" presId="urn:microsoft.com/office/officeart/2018/2/layout/IconLabelList"/>
    <dgm:cxn modelId="{903849FF-1A9B-4CE5-85B7-A3662A2DB27C}" type="presParOf" srcId="{14104948-2EA4-4B91-93E2-76FB9F0F15EB}" destId="{36519C68-C291-4141-BA14-279B4D8A963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839BC46-5422-4910-8776-2156E0B67516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8AE9709-34B7-4272-B145-5C7D5FD16DE9}">
      <dgm:prSet/>
      <dgm:spPr/>
      <dgm:t>
        <a:bodyPr/>
        <a:lstStyle/>
        <a:p>
          <a:pPr>
            <a:defRPr cap="all"/>
          </a:pPr>
          <a:r>
            <a:rPr lang="nl-NL"/>
            <a:t>More detailed readmission data</a:t>
          </a:r>
          <a:endParaRPr lang="en-US"/>
        </a:p>
      </dgm:t>
    </dgm:pt>
    <dgm:pt modelId="{FEF0A1AC-0921-4695-9B2B-728D63FEB16B}" type="parTrans" cxnId="{8C40A6A8-3299-47DB-88BD-A67F8F8E8251}">
      <dgm:prSet/>
      <dgm:spPr/>
      <dgm:t>
        <a:bodyPr/>
        <a:lstStyle/>
        <a:p>
          <a:endParaRPr lang="en-US"/>
        </a:p>
      </dgm:t>
    </dgm:pt>
    <dgm:pt modelId="{279145C2-C489-4C28-94AF-39967C817ED8}" type="sibTrans" cxnId="{8C40A6A8-3299-47DB-88BD-A67F8F8E8251}">
      <dgm:prSet/>
      <dgm:spPr/>
      <dgm:t>
        <a:bodyPr/>
        <a:lstStyle/>
        <a:p>
          <a:endParaRPr lang="en-US"/>
        </a:p>
      </dgm:t>
    </dgm:pt>
    <dgm:pt modelId="{FC5F1E5E-6561-4F19-9B92-BB037F98D7A8}">
      <dgm:prSet/>
      <dgm:spPr/>
      <dgm:t>
        <a:bodyPr/>
        <a:lstStyle/>
        <a:p>
          <a:pPr>
            <a:defRPr cap="all"/>
          </a:pPr>
          <a:r>
            <a:rPr lang="nl-NL"/>
            <a:t>Add additional clinical features (Disease severity, socioeconomic factors)</a:t>
          </a:r>
          <a:endParaRPr lang="en-US"/>
        </a:p>
      </dgm:t>
    </dgm:pt>
    <dgm:pt modelId="{CC0CA29C-FEE4-4E1D-992B-E7323BD71334}" type="parTrans" cxnId="{A6F0AE1B-F4A9-46FD-910C-1E18B75DA6CE}">
      <dgm:prSet/>
      <dgm:spPr/>
      <dgm:t>
        <a:bodyPr/>
        <a:lstStyle/>
        <a:p>
          <a:endParaRPr lang="en-US"/>
        </a:p>
      </dgm:t>
    </dgm:pt>
    <dgm:pt modelId="{42C11B9E-7A22-40BD-94D6-236F67727F3A}" type="sibTrans" cxnId="{A6F0AE1B-F4A9-46FD-910C-1E18B75DA6CE}">
      <dgm:prSet/>
      <dgm:spPr/>
      <dgm:t>
        <a:bodyPr/>
        <a:lstStyle/>
        <a:p>
          <a:endParaRPr lang="en-US"/>
        </a:p>
      </dgm:t>
    </dgm:pt>
    <dgm:pt modelId="{B2EC1F9A-DF74-4750-BB87-A5F37F7258E2}">
      <dgm:prSet/>
      <dgm:spPr/>
      <dgm:t>
        <a:bodyPr/>
        <a:lstStyle/>
        <a:p>
          <a:pPr>
            <a:defRPr cap="all"/>
          </a:pPr>
          <a:r>
            <a:rPr lang="nl-NL" dirty="0" err="1"/>
            <a:t>Explore</a:t>
          </a:r>
          <a:r>
            <a:rPr lang="nl-NL" dirty="0"/>
            <a:t> different </a:t>
          </a:r>
          <a:r>
            <a:rPr lang="nl-NL" dirty="0" err="1"/>
            <a:t>modelling</a:t>
          </a:r>
          <a:r>
            <a:rPr lang="nl-NL" dirty="0"/>
            <a:t> approaches (</a:t>
          </a:r>
          <a:r>
            <a:rPr lang="nl-NL" dirty="0" err="1"/>
            <a:t>multiclass</a:t>
          </a:r>
          <a:r>
            <a:rPr lang="nl-NL" dirty="0"/>
            <a:t> </a:t>
          </a:r>
          <a:r>
            <a:rPr lang="nl-NL" dirty="0" err="1"/>
            <a:t>classification</a:t>
          </a:r>
          <a:r>
            <a:rPr lang="nl-NL" dirty="0"/>
            <a:t>)</a:t>
          </a:r>
          <a:endParaRPr lang="en-US" dirty="0"/>
        </a:p>
      </dgm:t>
    </dgm:pt>
    <dgm:pt modelId="{B0CF9A50-6830-42D7-9F63-63C4957B9B3F}" type="parTrans" cxnId="{78864284-3F17-4E13-88CA-D273591BDD8C}">
      <dgm:prSet/>
      <dgm:spPr/>
      <dgm:t>
        <a:bodyPr/>
        <a:lstStyle/>
        <a:p>
          <a:endParaRPr lang="en-US"/>
        </a:p>
      </dgm:t>
    </dgm:pt>
    <dgm:pt modelId="{62A9961A-C968-4F89-BE24-DA3B9308C41B}" type="sibTrans" cxnId="{78864284-3F17-4E13-88CA-D273591BDD8C}">
      <dgm:prSet/>
      <dgm:spPr/>
      <dgm:t>
        <a:bodyPr/>
        <a:lstStyle/>
        <a:p>
          <a:endParaRPr lang="en-US"/>
        </a:p>
      </dgm:t>
    </dgm:pt>
    <dgm:pt modelId="{595C7B98-81AA-4D81-AA7A-30AF98A02D8B}" type="pres">
      <dgm:prSet presAssocID="{1839BC46-5422-4910-8776-2156E0B67516}" presName="root" presStyleCnt="0">
        <dgm:presLayoutVars>
          <dgm:dir/>
          <dgm:resizeHandles val="exact"/>
        </dgm:presLayoutVars>
      </dgm:prSet>
      <dgm:spPr/>
    </dgm:pt>
    <dgm:pt modelId="{D9539AFF-043E-4C94-8CA2-F55C4846F7D6}" type="pres">
      <dgm:prSet presAssocID="{A8AE9709-34B7-4272-B145-5C7D5FD16DE9}" presName="compNode" presStyleCnt="0"/>
      <dgm:spPr/>
    </dgm:pt>
    <dgm:pt modelId="{E31D7DC4-D911-4D90-B7E3-BBFD6D6E2404}" type="pres">
      <dgm:prSet presAssocID="{A8AE9709-34B7-4272-B145-5C7D5FD16DE9}" presName="iconBgRect" presStyleLbl="bgShp" presStyleIdx="0" presStyleCnt="3"/>
      <dgm:spPr/>
    </dgm:pt>
    <dgm:pt modelId="{3BE1D22B-F744-4739-86E3-92367F702D71}" type="pres">
      <dgm:prSet presAssocID="{A8AE9709-34B7-4272-B145-5C7D5FD16DE9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inkje"/>
        </a:ext>
      </dgm:extLst>
    </dgm:pt>
    <dgm:pt modelId="{9AB2CD32-0361-4ABB-8CEC-92DBF3C8C60E}" type="pres">
      <dgm:prSet presAssocID="{A8AE9709-34B7-4272-B145-5C7D5FD16DE9}" presName="spaceRect" presStyleCnt="0"/>
      <dgm:spPr/>
    </dgm:pt>
    <dgm:pt modelId="{33897F7C-179E-4F92-A7A1-7F0D64902690}" type="pres">
      <dgm:prSet presAssocID="{A8AE9709-34B7-4272-B145-5C7D5FD16DE9}" presName="textRect" presStyleLbl="revTx" presStyleIdx="0" presStyleCnt="3">
        <dgm:presLayoutVars>
          <dgm:chMax val="1"/>
          <dgm:chPref val="1"/>
        </dgm:presLayoutVars>
      </dgm:prSet>
      <dgm:spPr/>
    </dgm:pt>
    <dgm:pt modelId="{5EB9EF42-02F3-49CD-8D6A-71D9EFD6484A}" type="pres">
      <dgm:prSet presAssocID="{279145C2-C489-4C28-94AF-39967C817ED8}" presName="sibTrans" presStyleCnt="0"/>
      <dgm:spPr/>
    </dgm:pt>
    <dgm:pt modelId="{B4CB1707-9472-4982-8E9E-860858B4C586}" type="pres">
      <dgm:prSet presAssocID="{FC5F1E5E-6561-4F19-9B92-BB037F98D7A8}" presName="compNode" presStyleCnt="0"/>
      <dgm:spPr/>
    </dgm:pt>
    <dgm:pt modelId="{B04F5F60-56C2-4FB5-964B-5BBD863F4381}" type="pres">
      <dgm:prSet presAssocID="{FC5F1E5E-6561-4F19-9B92-BB037F98D7A8}" presName="iconBgRect" presStyleLbl="bgShp" presStyleIdx="1" presStyleCnt="3"/>
      <dgm:spPr/>
    </dgm:pt>
    <dgm:pt modelId="{E0135370-09C1-4FFF-9519-C4025479A88B}" type="pres">
      <dgm:prSet presAssocID="{FC5F1E5E-6561-4F19-9B92-BB037F98D7A8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rt Organ"/>
        </a:ext>
      </dgm:extLst>
    </dgm:pt>
    <dgm:pt modelId="{A2530516-1DCD-4796-AEF4-DE18B902C251}" type="pres">
      <dgm:prSet presAssocID="{FC5F1E5E-6561-4F19-9B92-BB037F98D7A8}" presName="spaceRect" presStyleCnt="0"/>
      <dgm:spPr/>
    </dgm:pt>
    <dgm:pt modelId="{981EC009-FCB3-43DB-ADA7-E60A51973351}" type="pres">
      <dgm:prSet presAssocID="{FC5F1E5E-6561-4F19-9B92-BB037F98D7A8}" presName="textRect" presStyleLbl="revTx" presStyleIdx="1" presStyleCnt="3">
        <dgm:presLayoutVars>
          <dgm:chMax val="1"/>
          <dgm:chPref val="1"/>
        </dgm:presLayoutVars>
      </dgm:prSet>
      <dgm:spPr/>
    </dgm:pt>
    <dgm:pt modelId="{A9D9CD60-59F8-49CB-B74F-1294E7BA82B9}" type="pres">
      <dgm:prSet presAssocID="{42C11B9E-7A22-40BD-94D6-236F67727F3A}" presName="sibTrans" presStyleCnt="0"/>
      <dgm:spPr/>
    </dgm:pt>
    <dgm:pt modelId="{705EC7DE-E62A-48FF-92BD-FEE8DC0507AE}" type="pres">
      <dgm:prSet presAssocID="{B2EC1F9A-DF74-4750-BB87-A5F37F7258E2}" presName="compNode" presStyleCnt="0"/>
      <dgm:spPr/>
    </dgm:pt>
    <dgm:pt modelId="{ABA6980D-16F3-4869-B3E3-D40B442CF9B3}" type="pres">
      <dgm:prSet presAssocID="{B2EC1F9A-DF74-4750-BB87-A5F37F7258E2}" presName="iconBgRect" presStyleLbl="bgShp" presStyleIdx="2" presStyleCnt="3"/>
      <dgm:spPr/>
    </dgm:pt>
    <dgm:pt modelId="{15DC7516-5861-4659-A31B-8131E4E80714}" type="pres">
      <dgm:prSet presAssocID="{B2EC1F9A-DF74-4750-BB87-A5F37F7258E2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rcular Flowchart"/>
        </a:ext>
      </dgm:extLst>
    </dgm:pt>
    <dgm:pt modelId="{C434D571-E024-4E7F-821F-44710FA8ED14}" type="pres">
      <dgm:prSet presAssocID="{B2EC1F9A-DF74-4750-BB87-A5F37F7258E2}" presName="spaceRect" presStyleCnt="0"/>
      <dgm:spPr/>
    </dgm:pt>
    <dgm:pt modelId="{3D3CBA29-AD8B-43AF-98D1-F07668A8045E}" type="pres">
      <dgm:prSet presAssocID="{B2EC1F9A-DF74-4750-BB87-A5F37F7258E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DEF8A14-8772-4F7E-A5E2-8C65F7813DBF}" type="presOf" srcId="{B2EC1F9A-DF74-4750-BB87-A5F37F7258E2}" destId="{3D3CBA29-AD8B-43AF-98D1-F07668A8045E}" srcOrd="0" destOrd="0" presId="urn:microsoft.com/office/officeart/2018/5/layout/IconCircleLabelList"/>
    <dgm:cxn modelId="{A6F0AE1B-F4A9-46FD-910C-1E18B75DA6CE}" srcId="{1839BC46-5422-4910-8776-2156E0B67516}" destId="{FC5F1E5E-6561-4F19-9B92-BB037F98D7A8}" srcOrd="1" destOrd="0" parTransId="{CC0CA29C-FEE4-4E1D-992B-E7323BD71334}" sibTransId="{42C11B9E-7A22-40BD-94D6-236F67727F3A}"/>
    <dgm:cxn modelId="{D927F43A-E25B-4F67-BE92-296271CE3CD1}" type="presOf" srcId="{A8AE9709-34B7-4272-B145-5C7D5FD16DE9}" destId="{33897F7C-179E-4F92-A7A1-7F0D64902690}" srcOrd="0" destOrd="0" presId="urn:microsoft.com/office/officeart/2018/5/layout/IconCircleLabelList"/>
    <dgm:cxn modelId="{0E88163C-3413-40E5-88C9-AD9B87760B7A}" type="presOf" srcId="{1839BC46-5422-4910-8776-2156E0B67516}" destId="{595C7B98-81AA-4D81-AA7A-30AF98A02D8B}" srcOrd="0" destOrd="0" presId="urn:microsoft.com/office/officeart/2018/5/layout/IconCircleLabelList"/>
    <dgm:cxn modelId="{78864284-3F17-4E13-88CA-D273591BDD8C}" srcId="{1839BC46-5422-4910-8776-2156E0B67516}" destId="{B2EC1F9A-DF74-4750-BB87-A5F37F7258E2}" srcOrd="2" destOrd="0" parTransId="{B0CF9A50-6830-42D7-9F63-63C4957B9B3F}" sibTransId="{62A9961A-C968-4F89-BE24-DA3B9308C41B}"/>
    <dgm:cxn modelId="{E2E6DD9A-F52F-4E60-BA1E-AFF8A98E651A}" type="presOf" srcId="{FC5F1E5E-6561-4F19-9B92-BB037F98D7A8}" destId="{981EC009-FCB3-43DB-ADA7-E60A51973351}" srcOrd="0" destOrd="0" presId="urn:microsoft.com/office/officeart/2018/5/layout/IconCircleLabelList"/>
    <dgm:cxn modelId="{8C40A6A8-3299-47DB-88BD-A67F8F8E8251}" srcId="{1839BC46-5422-4910-8776-2156E0B67516}" destId="{A8AE9709-34B7-4272-B145-5C7D5FD16DE9}" srcOrd="0" destOrd="0" parTransId="{FEF0A1AC-0921-4695-9B2B-728D63FEB16B}" sibTransId="{279145C2-C489-4C28-94AF-39967C817ED8}"/>
    <dgm:cxn modelId="{2DF15597-85B6-447C-ACF0-80D9E4337865}" type="presParOf" srcId="{595C7B98-81AA-4D81-AA7A-30AF98A02D8B}" destId="{D9539AFF-043E-4C94-8CA2-F55C4846F7D6}" srcOrd="0" destOrd="0" presId="urn:microsoft.com/office/officeart/2018/5/layout/IconCircleLabelList"/>
    <dgm:cxn modelId="{34F66C37-0D16-40D4-BE7D-9D7365508A8A}" type="presParOf" srcId="{D9539AFF-043E-4C94-8CA2-F55C4846F7D6}" destId="{E31D7DC4-D911-4D90-B7E3-BBFD6D6E2404}" srcOrd="0" destOrd="0" presId="urn:microsoft.com/office/officeart/2018/5/layout/IconCircleLabelList"/>
    <dgm:cxn modelId="{10924189-4C46-430A-BFA1-EA8936AF9EDC}" type="presParOf" srcId="{D9539AFF-043E-4C94-8CA2-F55C4846F7D6}" destId="{3BE1D22B-F744-4739-86E3-92367F702D71}" srcOrd="1" destOrd="0" presId="urn:microsoft.com/office/officeart/2018/5/layout/IconCircleLabelList"/>
    <dgm:cxn modelId="{8B753BCC-D374-4FA9-9ED5-65872315E51D}" type="presParOf" srcId="{D9539AFF-043E-4C94-8CA2-F55C4846F7D6}" destId="{9AB2CD32-0361-4ABB-8CEC-92DBF3C8C60E}" srcOrd="2" destOrd="0" presId="urn:microsoft.com/office/officeart/2018/5/layout/IconCircleLabelList"/>
    <dgm:cxn modelId="{AC77F9BF-5ED8-46FD-9AB0-8DC04822C893}" type="presParOf" srcId="{D9539AFF-043E-4C94-8CA2-F55C4846F7D6}" destId="{33897F7C-179E-4F92-A7A1-7F0D64902690}" srcOrd="3" destOrd="0" presId="urn:microsoft.com/office/officeart/2018/5/layout/IconCircleLabelList"/>
    <dgm:cxn modelId="{E4D5C1B8-750D-49C5-AE85-C803D6095D63}" type="presParOf" srcId="{595C7B98-81AA-4D81-AA7A-30AF98A02D8B}" destId="{5EB9EF42-02F3-49CD-8D6A-71D9EFD6484A}" srcOrd="1" destOrd="0" presId="urn:microsoft.com/office/officeart/2018/5/layout/IconCircleLabelList"/>
    <dgm:cxn modelId="{56D24683-9C47-4623-8E99-0974056C5E9A}" type="presParOf" srcId="{595C7B98-81AA-4D81-AA7A-30AF98A02D8B}" destId="{B4CB1707-9472-4982-8E9E-860858B4C586}" srcOrd="2" destOrd="0" presId="urn:microsoft.com/office/officeart/2018/5/layout/IconCircleLabelList"/>
    <dgm:cxn modelId="{AE6B73AF-3DE1-4CFD-A353-30A4EEF9DE06}" type="presParOf" srcId="{B4CB1707-9472-4982-8E9E-860858B4C586}" destId="{B04F5F60-56C2-4FB5-964B-5BBD863F4381}" srcOrd="0" destOrd="0" presId="urn:microsoft.com/office/officeart/2018/5/layout/IconCircleLabelList"/>
    <dgm:cxn modelId="{1C496030-30A5-4E3C-B9F4-480ADE26105F}" type="presParOf" srcId="{B4CB1707-9472-4982-8E9E-860858B4C586}" destId="{E0135370-09C1-4FFF-9519-C4025479A88B}" srcOrd="1" destOrd="0" presId="urn:microsoft.com/office/officeart/2018/5/layout/IconCircleLabelList"/>
    <dgm:cxn modelId="{A2783C19-B3FB-46D7-8BD8-6B7D1303B7BF}" type="presParOf" srcId="{B4CB1707-9472-4982-8E9E-860858B4C586}" destId="{A2530516-1DCD-4796-AEF4-DE18B902C251}" srcOrd="2" destOrd="0" presId="urn:microsoft.com/office/officeart/2018/5/layout/IconCircleLabelList"/>
    <dgm:cxn modelId="{EA846D67-A76C-4056-9CD9-358130EE382A}" type="presParOf" srcId="{B4CB1707-9472-4982-8E9E-860858B4C586}" destId="{981EC009-FCB3-43DB-ADA7-E60A51973351}" srcOrd="3" destOrd="0" presId="urn:microsoft.com/office/officeart/2018/5/layout/IconCircleLabelList"/>
    <dgm:cxn modelId="{E52AB430-E3AE-4E61-BCEA-F9532EF00280}" type="presParOf" srcId="{595C7B98-81AA-4D81-AA7A-30AF98A02D8B}" destId="{A9D9CD60-59F8-49CB-B74F-1294E7BA82B9}" srcOrd="3" destOrd="0" presId="urn:microsoft.com/office/officeart/2018/5/layout/IconCircleLabelList"/>
    <dgm:cxn modelId="{F389A6EE-F937-4B15-8035-E666640C1153}" type="presParOf" srcId="{595C7B98-81AA-4D81-AA7A-30AF98A02D8B}" destId="{705EC7DE-E62A-48FF-92BD-FEE8DC0507AE}" srcOrd="4" destOrd="0" presId="urn:microsoft.com/office/officeart/2018/5/layout/IconCircleLabelList"/>
    <dgm:cxn modelId="{62077439-36B6-4BC4-B6A8-FDD0D891B7AB}" type="presParOf" srcId="{705EC7DE-E62A-48FF-92BD-FEE8DC0507AE}" destId="{ABA6980D-16F3-4869-B3E3-D40B442CF9B3}" srcOrd="0" destOrd="0" presId="urn:microsoft.com/office/officeart/2018/5/layout/IconCircleLabelList"/>
    <dgm:cxn modelId="{18AFE752-0DAD-4E25-8E8F-46E1DD78D241}" type="presParOf" srcId="{705EC7DE-E62A-48FF-92BD-FEE8DC0507AE}" destId="{15DC7516-5861-4659-A31B-8131E4E80714}" srcOrd="1" destOrd="0" presId="urn:microsoft.com/office/officeart/2018/5/layout/IconCircleLabelList"/>
    <dgm:cxn modelId="{D979F7C9-20A6-4A29-9388-63F4B478F640}" type="presParOf" srcId="{705EC7DE-E62A-48FF-92BD-FEE8DC0507AE}" destId="{C434D571-E024-4E7F-821F-44710FA8ED14}" srcOrd="2" destOrd="0" presId="urn:microsoft.com/office/officeart/2018/5/layout/IconCircleLabelList"/>
    <dgm:cxn modelId="{DBA05A35-AED1-44A7-821A-B546ACE6C30C}" type="presParOf" srcId="{705EC7DE-E62A-48FF-92BD-FEE8DC0507AE}" destId="{3D3CBA29-AD8B-43AF-98D1-F07668A8045E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3CAFEA3-F892-44A8-A84F-892C2452893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56750C9-F1AD-4963-A404-4DA9E28176B1}">
      <dgm:prSet/>
      <dgm:spPr/>
      <dgm:t>
        <a:bodyPr/>
        <a:lstStyle/>
        <a:p>
          <a:pPr>
            <a:lnSpc>
              <a:spcPct val="100000"/>
            </a:lnSpc>
          </a:pPr>
          <a:r>
            <a:rPr lang="nl-NL"/>
            <a:t>Data quality &gt; Model complexity</a:t>
          </a:r>
          <a:endParaRPr lang="en-US"/>
        </a:p>
      </dgm:t>
    </dgm:pt>
    <dgm:pt modelId="{A0F88E06-60DD-4A6A-AEF4-3CAF84E85FBE}" type="parTrans" cxnId="{380EA80A-743E-4059-B926-B3FDACC9E1B7}">
      <dgm:prSet/>
      <dgm:spPr/>
      <dgm:t>
        <a:bodyPr/>
        <a:lstStyle/>
        <a:p>
          <a:endParaRPr lang="en-US"/>
        </a:p>
      </dgm:t>
    </dgm:pt>
    <dgm:pt modelId="{69309EE3-CF37-42D6-9F2A-8E311C685F81}" type="sibTrans" cxnId="{380EA80A-743E-4059-B926-B3FDACC9E1B7}">
      <dgm:prSet/>
      <dgm:spPr/>
      <dgm:t>
        <a:bodyPr/>
        <a:lstStyle/>
        <a:p>
          <a:endParaRPr lang="en-US"/>
        </a:p>
      </dgm:t>
    </dgm:pt>
    <dgm:pt modelId="{3591FA48-7E62-4068-B7A6-58AFF293811D}">
      <dgm:prSet/>
      <dgm:spPr/>
      <dgm:t>
        <a:bodyPr/>
        <a:lstStyle/>
        <a:p>
          <a:pPr>
            <a:lnSpc>
              <a:spcPct val="100000"/>
            </a:lnSpc>
          </a:pPr>
          <a:r>
            <a:rPr lang="nl-NL"/>
            <a:t>Importance of domain analysis</a:t>
          </a:r>
          <a:endParaRPr lang="en-US"/>
        </a:p>
      </dgm:t>
    </dgm:pt>
    <dgm:pt modelId="{E8FC5AD8-70BA-425C-B401-8B792657EA07}" type="parTrans" cxnId="{D4D1944F-E399-4035-A646-9D73B9AE9999}">
      <dgm:prSet/>
      <dgm:spPr/>
      <dgm:t>
        <a:bodyPr/>
        <a:lstStyle/>
        <a:p>
          <a:endParaRPr lang="en-US"/>
        </a:p>
      </dgm:t>
    </dgm:pt>
    <dgm:pt modelId="{0019C1EF-DB4E-42A4-8167-6900CF1AAC04}" type="sibTrans" cxnId="{D4D1944F-E399-4035-A646-9D73B9AE9999}">
      <dgm:prSet/>
      <dgm:spPr/>
      <dgm:t>
        <a:bodyPr/>
        <a:lstStyle/>
        <a:p>
          <a:endParaRPr lang="en-US"/>
        </a:p>
      </dgm:t>
    </dgm:pt>
    <dgm:pt modelId="{FAA19449-E45A-4960-AD05-C1FC8BDDE0DC}" type="pres">
      <dgm:prSet presAssocID="{D3CAFEA3-F892-44A8-A84F-892C2452893F}" presName="root" presStyleCnt="0">
        <dgm:presLayoutVars>
          <dgm:dir/>
          <dgm:resizeHandles val="exact"/>
        </dgm:presLayoutVars>
      </dgm:prSet>
      <dgm:spPr/>
    </dgm:pt>
    <dgm:pt modelId="{6CE90492-F769-4698-BF53-73E9BAB47CAB}" type="pres">
      <dgm:prSet presAssocID="{556750C9-F1AD-4963-A404-4DA9E28176B1}" presName="compNode" presStyleCnt="0"/>
      <dgm:spPr/>
    </dgm:pt>
    <dgm:pt modelId="{A0859B45-DEA9-4FB9-B916-3E56B623DBC5}" type="pres">
      <dgm:prSet presAssocID="{556750C9-F1AD-4963-A404-4DA9E28176B1}" presName="bgRect" presStyleLbl="bgShp" presStyleIdx="0" presStyleCnt="2"/>
      <dgm:spPr/>
    </dgm:pt>
    <dgm:pt modelId="{C421E8F3-B4B2-42A4-B26D-C6E5D711E5BD}" type="pres">
      <dgm:prSet presAssocID="{556750C9-F1AD-4963-A404-4DA9E28176B1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Vinkje"/>
        </a:ext>
      </dgm:extLst>
    </dgm:pt>
    <dgm:pt modelId="{C9C20AC1-B606-43F8-8F22-1A66BF8F49FC}" type="pres">
      <dgm:prSet presAssocID="{556750C9-F1AD-4963-A404-4DA9E28176B1}" presName="spaceRect" presStyleCnt="0"/>
      <dgm:spPr/>
    </dgm:pt>
    <dgm:pt modelId="{C458F49A-5A77-493F-A4B6-C53E8B875533}" type="pres">
      <dgm:prSet presAssocID="{556750C9-F1AD-4963-A404-4DA9E28176B1}" presName="parTx" presStyleLbl="revTx" presStyleIdx="0" presStyleCnt="2">
        <dgm:presLayoutVars>
          <dgm:chMax val="0"/>
          <dgm:chPref val="0"/>
        </dgm:presLayoutVars>
      </dgm:prSet>
      <dgm:spPr/>
    </dgm:pt>
    <dgm:pt modelId="{09B5FF2A-86B0-4F32-BB6D-7ED2A88AC0D6}" type="pres">
      <dgm:prSet presAssocID="{69309EE3-CF37-42D6-9F2A-8E311C685F81}" presName="sibTrans" presStyleCnt="0"/>
      <dgm:spPr/>
    </dgm:pt>
    <dgm:pt modelId="{D8C1F190-F937-4F81-B80C-C52EC810E828}" type="pres">
      <dgm:prSet presAssocID="{3591FA48-7E62-4068-B7A6-58AFF293811D}" presName="compNode" presStyleCnt="0"/>
      <dgm:spPr/>
    </dgm:pt>
    <dgm:pt modelId="{1A2B07B0-DA81-4C19-A288-C95C781AFD44}" type="pres">
      <dgm:prSet presAssocID="{3591FA48-7E62-4068-B7A6-58AFF293811D}" presName="bgRect" presStyleLbl="bgShp" presStyleIdx="1" presStyleCnt="2"/>
      <dgm:spPr/>
    </dgm:pt>
    <dgm:pt modelId="{9280E8DD-460B-4C11-92E4-469599682F60}" type="pres">
      <dgm:prSet presAssocID="{3591FA48-7E62-4068-B7A6-58AFF293811D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04093517-F4AF-46FC-922C-0080DD8A2E98}" type="pres">
      <dgm:prSet presAssocID="{3591FA48-7E62-4068-B7A6-58AFF293811D}" presName="spaceRect" presStyleCnt="0"/>
      <dgm:spPr/>
    </dgm:pt>
    <dgm:pt modelId="{FCB66A2F-BC7D-4E57-9C03-A77F749CD3AB}" type="pres">
      <dgm:prSet presAssocID="{3591FA48-7E62-4068-B7A6-58AFF293811D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380EA80A-743E-4059-B926-B3FDACC9E1B7}" srcId="{D3CAFEA3-F892-44A8-A84F-892C2452893F}" destId="{556750C9-F1AD-4963-A404-4DA9E28176B1}" srcOrd="0" destOrd="0" parTransId="{A0F88E06-60DD-4A6A-AEF4-3CAF84E85FBE}" sibTransId="{69309EE3-CF37-42D6-9F2A-8E311C685F81}"/>
    <dgm:cxn modelId="{4E6CE646-DBB6-43F0-BA67-A2872A3286A6}" type="presOf" srcId="{3591FA48-7E62-4068-B7A6-58AFF293811D}" destId="{FCB66A2F-BC7D-4E57-9C03-A77F749CD3AB}" srcOrd="0" destOrd="0" presId="urn:microsoft.com/office/officeart/2018/2/layout/IconVerticalSolidList"/>
    <dgm:cxn modelId="{D4D1944F-E399-4035-A646-9D73B9AE9999}" srcId="{D3CAFEA3-F892-44A8-A84F-892C2452893F}" destId="{3591FA48-7E62-4068-B7A6-58AFF293811D}" srcOrd="1" destOrd="0" parTransId="{E8FC5AD8-70BA-425C-B401-8B792657EA07}" sibTransId="{0019C1EF-DB4E-42A4-8167-6900CF1AAC04}"/>
    <dgm:cxn modelId="{3242D05B-88F6-481E-9AEE-D23CBE109727}" type="presOf" srcId="{D3CAFEA3-F892-44A8-A84F-892C2452893F}" destId="{FAA19449-E45A-4960-AD05-C1FC8BDDE0DC}" srcOrd="0" destOrd="0" presId="urn:microsoft.com/office/officeart/2018/2/layout/IconVerticalSolidList"/>
    <dgm:cxn modelId="{E3584275-7108-4EE9-A220-8EAFEB027672}" type="presOf" srcId="{556750C9-F1AD-4963-A404-4DA9E28176B1}" destId="{C458F49A-5A77-493F-A4B6-C53E8B875533}" srcOrd="0" destOrd="0" presId="urn:microsoft.com/office/officeart/2018/2/layout/IconVerticalSolidList"/>
    <dgm:cxn modelId="{87C4E075-C633-4B9E-BAC0-9C2196D8465B}" type="presParOf" srcId="{FAA19449-E45A-4960-AD05-C1FC8BDDE0DC}" destId="{6CE90492-F769-4698-BF53-73E9BAB47CAB}" srcOrd="0" destOrd="0" presId="urn:microsoft.com/office/officeart/2018/2/layout/IconVerticalSolidList"/>
    <dgm:cxn modelId="{13139A5E-4180-4E5A-8DA5-C97D4E9D842D}" type="presParOf" srcId="{6CE90492-F769-4698-BF53-73E9BAB47CAB}" destId="{A0859B45-DEA9-4FB9-B916-3E56B623DBC5}" srcOrd="0" destOrd="0" presId="urn:microsoft.com/office/officeart/2018/2/layout/IconVerticalSolidList"/>
    <dgm:cxn modelId="{38B667E5-3DB3-493D-84CF-2386119F9200}" type="presParOf" srcId="{6CE90492-F769-4698-BF53-73E9BAB47CAB}" destId="{C421E8F3-B4B2-42A4-B26D-C6E5D711E5BD}" srcOrd="1" destOrd="0" presId="urn:microsoft.com/office/officeart/2018/2/layout/IconVerticalSolidList"/>
    <dgm:cxn modelId="{FB976224-C799-4F5E-BD9B-0608ED6DC040}" type="presParOf" srcId="{6CE90492-F769-4698-BF53-73E9BAB47CAB}" destId="{C9C20AC1-B606-43F8-8F22-1A66BF8F49FC}" srcOrd="2" destOrd="0" presId="urn:microsoft.com/office/officeart/2018/2/layout/IconVerticalSolidList"/>
    <dgm:cxn modelId="{D37F1142-8592-4A14-AECE-62D01F17621D}" type="presParOf" srcId="{6CE90492-F769-4698-BF53-73E9BAB47CAB}" destId="{C458F49A-5A77-493F-A4B6-C53E8B875533}" srcOrd="3" destOrd="0" presId="urn:microsoft.com/office/officeart/2018/2/layout/IconVerticalSolidList"/>
    <dgm:cxn modelId="{0D644BE4-5E4F-491B-99DC-9BEB771B694F}" type="presParOf" srcId="{FAA19449-E45A-4960-AD05-C1FC8BDDE0DC}" destId="{09B5FF2A-86B0-4F32-BB6D-7ED2A88AC0D6}" srcOrd="1" destOrd="0" presId="urn:microsoft.com/office/officeart/2018/2/layout/IconVerticalSolidList"/>
    <dgm:cxn modelId="{04E685EE-4153-4040-A40F-CB9647A4ED29}" type="presParOf" srcId="{FAA19449-E45A-4960-AD05-C1FC8BDDE0DC}" destId="{D8C1F190-F937-4F81-B80C-C52EC810E828}" srcOrd="2" destOrd="0" presId="urn:microsoft.com/office/officeart/2018/2/layout/IconVerticalSolidList"/>
    <dgm:cxn modelId="{BAD88850-2658-4E78-AEE3-59757B587BD8}" type="presParOf" srcId="{D8C1F190-F937-4F81-B80C-C52EC810E828}" destId="{1A2B07B0-DA81-4C19-A288-C95C781AFD44}" srcOrd="0" destOrd="0" presId="urn:microsoft.com/office/officeart/2018/2/layout/IconVerticalSolidList"/>
    <dgm:cxn modelId="{39BD5BD8-560C-48D3-B659-E69E7560A8E6}" type="presParOf" srcId="{D8C1F190-F937-4F81-B80C-C52EC810E828}" destId="{9280E8DD-460B-4C11-92E4-469599682F60}" srcOrd="1" destOrd="0" presId="urn:microsoft.com/office/officeart/2018/2/layout/IconVerticalSolidList"/>
    <dgm:cxn modelId="{A8E3A014-01AD-485D-AC34-2D47E050B48A}" type="presParOf" srcId="{D8C1F190-F937-4F81-B80C-C52EC810E828}" destId="{04093517-F4AF-46FC-922C-0080DD8A2E98}" srcOrd="2" destOrd="0" presId="urn:microsoft.com/office/officeart/2018/2/layout/IconVerticalSolidList"/>
    <dgm:cxn modelId="{8C1D895F-DB88-4A23-A0E7-C4CD8FFF1BE2}" type="presParOf" srcId="{D8C1F190-F937-4F81-B80C-C52EC810E828}" destId="{FCB66A2F-BC7D-4E57-9C03-A77F749CD3A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81435B-9DD6-4D4F-ADB2-F58B2B0C6DA8}">
      <dsp:nvSpPr>
        <dsp:cNvPr id="0" name=""/>
        <dsp:cNvSpPr/>
      </dsp:nvSpPr>
      <dsp:spPr>
        <a:xfrm>
          <a:off x="2241532" y="1199834"/>
          <a:ext cx="484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85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71087" y="1242976"/>
        <a:ext cx="25774" cy="5154"/>
      </dsp:txXfrm>
    </dsp:sp>
    <dsp:sp modelId="{4173A430-D169-2F40-AC48-E2ECC4435BA2}">
      <dsp:nvSpPr>
        <dsp:cNvPr id="0" name=""/>
        <dsp:cNvSpPr/>
      </dsp:nvSpPr>
      <dsp:spPr>
        <a:xfrm>
          <a:off x="2092" y="573182"/>
          <a:ext cx="2241239" cy="13447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823" tIns="115278" rIns="109823" bIns="11527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700" kern="1200"/>
            <a:t>Literature research</a:t>
          </a:r>
          <a:endParaRPr lang="en-US" sz="1700" kern="1200"/>
        </a:p>
      </dsp:txBody>
      <dsp:txXfrm>
        <a:off x="2092" y="573182"/>
        <a:ext cx="2241239" cy="1344743"/>
      </dsp:txXfrm>
    </dsp:sp>
    <dsp:sp modelId="{902370D2-4E6B-0841-9AFC-204643DD0692}">
      <dsp:nvSpPr>
        <dsp:cNvPr id="0" name=""/>
        <dsp:cNvSpPr/>
      </dsp:nvSpPr>
      <dsp:spPr>
        <a:xfrm>
          <a:off x="4998257" y="1199834"/>
          <a:ext cx="484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85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12" y="1242976"/>
        <a:ext cx="25774" cy="5154"/>
      </dsp:txXfrm>
    </dsp:sp>
    <dsp:sp modelId="{203F12D1-8A24-8042-A179-2B90AC3D6ABB}">
      <dsp:nvSpPr>
        <dsp:cNvPr id="0" name=""/>
        <dsp:cNvSpPr/>
      </dsp:nvSpPr>
      <dsp:spPr>
        <a:xfrm>
          <a:off x="2758817" y="573182"/>
          <a:ext cx="2241239" cy="13447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823" tIns="115278" rIns="109823" bIns="11527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700" kern="1200" dirty="0"/>
            <a:t>Diabetes </a:t>
          </a:r>
          <a:r>
            <a:rPr lang="nl-NL" sz="1700" kern="1200" dirty="0" err="1"/>
            <a:t>managements</a:t>
          </a:r>
          <a:r>
            <a:rPr lang="nl-NL" sz="1700" kern="1200" dirty="0"/>
            <a:t> </a:t>
          </a:r>
          <a:r>
            <a:rPr lang="nl-NL" sz="1700" kern="1200" dirty="0" err="1"/>
            <a:t>causes</a:t>
          </a:r>
          <a:r>
            <a:rPr lang="nl-NL" sz="1700" kern="1200" dirty="0"/>
            <a:t> </a:t>
          </a:r>
          <a:r>
            <a:rPr lang="nl-NL" sz="1700" kern="1200" dirty="0" err="1"/>
            <a:t>lower</a:t>
          </a:r>
          <a:r>
            <a:rPr lang="nl-NL" sz="1700" kern="1200" dirty="0"/>
            <a:t> </a:t>
          </a:r>
          <a:r>
            <a:rPr lang="nl-NL" sz="1700" kern="1200" dirty="0" err="1"/>
            <a:t>readmission</a:t>
          </a:r>
          <a:r>
            <a:rPr lang="nl-NL" sz="1700" kern="1200" dirty="0"/>
            <a:t> </a:t>
          </a:r>
          <a:r>
            <a:rPr lang="nl-NL" sz="1700" kern="1200" dirty="0" err="1"/>
            <a:t>rates</a:t>
          </a:r>
          <a:endParaRPr lang="en-US" sz="1700" kern="1200" dirty="0"/>
        </a:p>
      </dsp:txBody>
      <dsp:txXfrm>
        <a:off x="2758817" y="573182"/>
        <a:ext cx="2241239" cy="1344743"/>
      </dsp:txXfrm>
    </dsp:sp>
    <dsp:sp modelId="{9E4817B6-B028-B14A-919F-333D1A1B245B}">
      <dsp:nvSpPr>
        <dsp:cNvPr id="0" name=""/>
        <dsp:cNvSpPr/>
      </dsp:nvSpPr>
      <dsp:spPr>
        <a:xfrm>
          <a:off x="7754982" y="1199834"/>
          <a:ext cx="484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85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984537" y="1242976"/>
        <a:ext cx="25774" cy="5154"/>
      </dsp:txXfrm>
    </dsp:sp>
    <dsp:sp modelId="{F03FF560-A7A0-E242-BF21-E5A0389CCE64}">
      <dsp:nvSpPr>
        <dsp:cNvPr id="0" name=""/>
        <dsp:cNvSpPr/>
      </dsp:nvSpPr>
      <dsp:spPr>
        <a:xfrm>
          <a:off x="5515542" y="573182"/>
          <a:ext cx="2241239" cy="13447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823" tIns="115278" rIns="109823" bIns="11527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700" kern="1200"/>
            <a:t>Feature set</a:t>
          </a:r>
          <a:endParaRPr lang="en-US" sz="1700" kern="1200"/>
        </a:p>
      </dsp:txBody>
      <dsp:txXfrm>
        <a:off x="5515542" y="573182"/>
        <a:ext cx="2241239" cy="1344743"/>
      </dsp:txXfrm>
    </dsp:sp>
    <dsp:sp modelId="{8E2544E4-9A1C-9542-BCA3-9721B4C784F1}">
      <dsp:nvSpPr>
        <dsp:cNvPr id="0" name=""/>
        <dsp:cNvSpPr/>
      </dsp:nvSpPr>
      <dsp:spPr>
        <a:xfrm>
          <a:off x="1122712" y="1916126"/>
          <a:ext cx="8270175" cy="484885"/>
        </a:xfrm>
        <a:custGeom>
          <a:avLst/>
          <a:gdLst/>
          <a:ahLst/>
          <a:cxnLst/>
          <a:rect l="0" t="0" r="0" b="0"/>
          <a:pathLst>
            <a:path>
              <a:moveTo>
                <a:pt x="8270175" y="0"/>
              </a:moveTo>
              <a:lnTo>
                <a:pt x="8270175" y="259542"/>
              </a:lnTo>
              <a:lnTo>
                <a:pt x="0" y="259542"/>
              </a:lnTo>
              <a:lnTo>
                <a:pt x="0" y="484885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50644" y="2155991"/>
        <a:ext cx="414311" cy="5154"/>
      </dsp:txXfrm>
    </dsp:sp>
    <dsp:sp modelId="{B7906AC5-81E6-994E-A0A6-6C3C2096A95D}">
      <dsp:nvSpPr>
        <dsp:cNvPr id="0" name=""/>
        <dsp:cNvSpPr/>
      </dsp:nvSpPr>
      <dsp:spPr>
        <a:xfrm>
          <a:off x="8272267" y="573182"/>
          <a:ext cx="2241239" cy="13447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823" tIns="115278" rIns="109823" bIns="11527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700" kern="1200" dirty="0"/>
            <a:t>Model </a:t>
          </a:r>
          <a:r>
            <a:rPr lang="nl-NL" sz="1700" kern="1200" dirty="0" err="1"/>
            <a:t>considerations</a:t>
          </a:r>
          <a:r>
            <a:rPr lang="nl-NL" sz="1700" kern="1200" dirty="0"/>
            <a:t> (</a:t>
          </a:r>
          <a:r>
            <a:rPr lang="nl-NL" sz="1700" kern="1200" dirty="0" err="1"/>
            <a:t>predicting</a:t>
          </a:r>
          <a:r>
            <a:rPr lang="nl-NL" sz="1700" kern="1200" dirty="0"/>
            <a:t> a </a:t>
          </a:r>
          <a:r>
            <a:rPr lang="nl-NL" sz="1700" kern="1200" dirty="0" err="1"/>
            <a:t>continious</a:t>
          </a:r>
          <a:r>
            <a:rPr lang="nl-NL" sz="1700" kern="1200" dirty="0"/>
            <a:t> </a:t>
          </a:r>
          <a:r>
            <a:rPr lang="nl-NL" sz="1700" kern="1200" dirty="0" err="1"/>
            <a:t>value</a:t>
          </a:r>
          <a:r>
            <a:rPr lang="nl-NL" sz="1700" kern="1200" dirty="0"/>
            <a:t> </a:t>
          </a:r>
          <a:r>
            <a:rPr lang="nl-NL" sz="1700" kern="1200" dirty="0" err="1"/>
            <a:t>rather</a:t>
          </a:r>
          <a:r>
            <a:rPr lang="nl-NL" sz="1700" kern="1200" dirty="0"/>
            <a:t> </a:t>
          </a:r>
          <a:r>
            <a:rPr lang="nl-NL" sz="1700" kern="1200" dirty="0" err="1"/>
            <a:t>that</a:t>
          </a:r>
          <a:r>
            <a:rPr lang="nl-NL" sz="1700" kern="1200" dirty="0"/>
            <a:t> 0/1)</a:t>
          </a:r>
          <a:endParaRPr lang="en-US" sz="1700" kern="1200" dirty="0"/>
        </a:p>
      </dsp:txBody>
      <dsp:txXfrm>
        <a:off x="8272267" y="573182"/>
        <a:ext cx="2241239" cy="1344743"/>
      </dsp:txXfrm>
    </dsp:sp>
    <dsp:sp modelId="{0549D6EA-D21C-D64B-84FF-7CB712A9FD41}">
      <dsp:nvSpPr>
        <dsp:cNvPr id="0" name=""/>
        <dsp:cNvSpPr/>
      </dsp:nvSpPr>
      <dsp:spPr>
        <a:xfrm>
          <a:off x="2241532" y="3060063"/>
          <a:ext cx="484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85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71087" y="3103206"/>
        <a:ext cx="25774" cy="5154"/>
      </dsp:txXfrm>
    </dsp:sp>
    <dsp:sp modelId="{33BDD1B7-51C2-7842-8936-8852796F7139}">
      <dsp:nvSpPr>
        <dsp:cNvPr id="0" name=""/>
        <dsp:cNvSpPr/>
      </dsp:nvSpPr>
      <dsp:spPr>
        <a:xfrm>
          <a:off x="2092" y="2433411"/>
          <a:ext cx="2241239" cy="13447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823" tIns="115278" rIns="109823" bIns="11527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700" kern="1200"/>
            <a:t>Data availibility &amp; limitations</a:t>
          </a:r>
          <a:endParaRPr lang="en-US" sz="1700" kern="1200"/>
        </a:p>
      </dsp:txBody>
      <dsp:txXfrm>
        <a:off x="2092" y="2433411"/>
        <a:ext cx="2241239" cy="1344743"/>
      </dsp:txXfrm>
    </dsp:sp>
    <dsp:sp modelId="{66C68DA1-518E-D243-8C8B-362F9E73C8EA}">
      <dsp:nvSpPr>
        <dsp:cNvPr id="0" name=""/>
        <dsp:cNvSpPr/>
      </dsp:nvSpPr>
      <dsp:spPr>
        <a:xfrm>
          <a:off x="4998257" y="3060063"/>
          <a:ext cx="484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85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12" y="3103206"/>
        <a:ext cx="25774" cy="5154"/>
      </dsp:txXfrm>
    </dsp:sp>
    <dsp:sp modelId="{097823FA-94BA-0448-8508-3DA883C1B072}">
      <dsp:nvSpPr>
        <dsp:cNvPr id="0" name=""/>
        <dsp:cNvSpPr/>
      </dsp:nvSpPr>
      <dsp:spPr>
        <a:xfrm>
          <a:off x="2758817" y="2433411"/>
          <a:ext cx="2241239" cy="13447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823" tIns="115278" rIns="109823" bIns="11527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700" kern="1200"/>
            <a:t>Target design (30 days readmission)</a:t>
          </a:r>
          <a:endParaRPr lang="en-US" sz="1700" kern="1200"/>
        </a:p>
      </dsp:txBody>
      <dsp:txXfrm>
        <a:off x="2758817" y="2433411"/>
        <a:ext cx="2241239" cy="1344743"/>
      </dsp:txXfrm>
    </dsp:sp>
    <dsp:sp modelId="{A2EA58FD-04C3-FE4C-99ED-44AACA0EB703}">
      <dsp:nvSpPr>
        <dsp:cNvPr id="0" name=""/>
        <dsp:cNvSpPr/>
      </dsp:nvSpPr>
      <dsp:spPr>
        <a:xfrm>
          <a:off x="7754982" y="3060063"/>
          <a:ext cx="484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85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984537" y="3103206"/>
        <a:ext cx="25774" cy="5154"/>
      </dsp:txXfrm>
    </dsp:sp>
    <dsp:sp modelId="{8766A1CC-0901-E749-A50C-F6E85F4DA3D1}">
      <dsp:nvSpPr>
        <dsp:cNvPr id="0" name=""/>
        <dsp:cNvSpPr/>
      </dsp:nvSpPr>
      <dsp:spPr>
        <a:xfrm>
          <a:off x="5515542" y="2433411"/>
          <a:ext cx="2241239" cy="13447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823" tIns="115278" rIns="109823" bIns="11527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700" kern="1200"/>
            <a:t>Ethical considerations</a:t>
          </a:r>
          <a:endParaRPr lang="en-US" sz="1700" kern="1200"/>
        </a:p>
      </dsp:txBody>
      <dsp:txXfrm>
        <a:off x="5515542" y="2433411"/>
        <a:ext cx="2241239" cy="1344743"/>
      </dsp:txXfrm>
    </dsp:sp>
    <dsp:sp modelId="{DAA26C59-3073-7C41-B57F-3104AE93E2F2}">
      <dsp:nvSpPr>
        <dsp:cNvPr id="0" name=""/>
        <dsp:cNvSpPr/>
      </dsp:nvSpPr>
      <dsp:spPr>
        <a:xfrm>
          <a:off x="8272267" y="2433411"/>
          <a:ext cx="2241239" cy="13447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823" tIns="115278" rIns="109823" bIns="11527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700" kern="1200"/>
            <a:t>Explainainable AI</a:t>
          </a:r>
          <a:endParaRPr lang="en-US" sz="1700" kern="1200"/>
        </a:p>
      </dsp:txBody>
      <dsp:txXfrm>
        <a:off x="8272267" y="2433411"/>
        <a:ext cx="2241239" cy="134474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7CBE14-2A10-4A89-A6B3-0C3C86C9C354}">
      <dsp:nvSpPr>
        <dsp:cNvPr id="0" name=""/>
        <dsp:cNvSpPr/>
      </dsp:nvSpPr>
      <dsp:spPr>
        <a:xfrm>
          <a:off x="0" y="531"/>
          <a:ext cx="10515600" cy="124293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F5CC57-4F98-4541-BF2D-F0759B11F304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292F43-955D-421A-9FEF-FFBA3463CCF6}">
      <dsp:nvSpPr>
        <dsp:cNvPr id="0" name=""/>
        <dsp:cNvSpPr/>
      </dsp:nvSpPr>
      <dsp:spPr>
        <a:xfrm>
          <a:off x="1435590" y="53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2500" b="0" i="0" u="none" kern="1200"/>
            <a:t>Examine the representativeness of dataset</a:t>
          </a:r>
          <a:endParaRPr lang="en-US" sz="2500" b="0" kern="1200"/>
        </a:p>
      </dsp:txBody>
      <dsp:txXfrm>
        <a:off x="1435590" y="531"/>
        <a:ext cx="9080009" cy="1242935"/>
      </dsp:txXfrm>
    </dsp:sp>
    <dsp:sp modelId="{60B494B9-319D-4F69-AF46-AEB0EA47BB75}">
      <dsp:nvSpPr>
        <dsp:cNvPr id="0" name=""/>
        <dsp:cNvSpPr/>
      </dsp:nvSpPr>
      <dsp:spPr>
        <a:xfrm>
          <a:off x="0" y="1575231"/>
          <a:ext cx="10515600" cy="124293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F39F0F-7FDB-40BF-AC22-616CA28DCE04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A6E440-1145-4FA2-9BEF-B204E31CE167}">
      <dsp:nvSpPr>
        <dsp:cNvPr id="0" name=""/>
        <dsp:cNvSpPr/>
      </dsp:nvSpPr>
      <dsp:spPr>
        <a:xfrm>
          <a:off x="1435590" y="155420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2500" kern="1200"/>
            <a:t>Quickscan framework (Ethical reflection)</a:t>
          </a:r>
          <a:endParaRPr lang="en-US" sz="2500" kern="1200"/>
        </a:p>
      </dsp:txBody>
      <dsp:txXfrm>
        <a:off x="1435590" y="1554201"/>
        <a:ext cx="9080009" cy="1242935"/>
      </dsp:txXfrm>
    </dsp:sp>
    <dsp:sp modelId="{16635AF5-4FB8-4A41-AF6C-F916A9FE0DA8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D54E24-034E-437F-8A18-1CBBE4FBAB66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A13059-CF1A-45EF-B426-239EC12D761A}">
      <dsp:nvSpPr>
        <dsp:cNvPr id="0" name=""/>
        <dsp:cNvSpPr/>
      </dsp:nvSpPr>
      <dsp:spPr>
        <a:xfrm>
          <a:off x="1435590" y="3107870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2500" kern="1200" dirty="0"/>
            <a:t>Risk level per </a:t>
          </a:r>
          <a:r>
            <a:rPr lang="nl-NL" sz="2500" kern="1200" dirty="0" err="1"/>
            <a:t>group</a:t>
          </a:r>
          <a:endParaRPr lang="en-US" sz="2500" kern="1200" dirty="0"/>
        </a:p>
      </dsp:txBody>
      <dsp:txXfrm>
        <a:off x="1435590" y="3107870"/>
        <a:ext cx="9080009" cy="124293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0EA857-2475-4B0C-9DDB-7F05F443DBB5}">
      <dsp:nvSpPr>
        <dsp:cNvPr id="0" name=""/>
        <dsp:cNvSpPr/>
      </dsp:nvSpPr>
      <dsp:spPr>
        <a:xfrm>
          <a:off x="679050" y="578169"/>
          <a:ext cx="1887187" cy="18871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36FEA4-EA6B-4EF7-95D2-467060E2E3FC}">
      <dsp:nvSpPr>
        <dsp:cNvPr id="0" name=""/>
        <dsp:cNvSpPr/>
      </dsp:nvSpPr>
      <dsp:spPr>
        <a:xfrm>
          <a:off x="1081237" y="980356"/>
          <a:ext cx="1082812" cy="10828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9A047A-DF2B-4233-AA51-0D15AC48F964}">
      <dsp:nvSpPr>
        <dsp:cNvPr id="0" name=""/>
        <dsp:cNvSpPr/>
      </dsp:nvSpPr>
      <dsp:spPr>
        <a:xfrm>
          <a:off x="75768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nl-NL" sz="1700" kern="1200"/>
            <a:t>30 days readmission</a:t>
          </a:r>
          <a:endParaRPr lang="en-US" sz="1700" kern="1200"/>
        </a:p>
      </dsp:txBody>
      <dsp:txXfrm>
        <a:off x="75768" y="3053169"/>
        <a:ext cx="3093750" cy="720000"/>
      </dsp:txXfrm>
    </dsp:sp>
    <dsp:sp modelId="{CCE6E75A-D242-4226-ACD8-4DC462D9F010}">
      <dsp:nvSpPr>
        <dsp:cNvPr id="0" name=""/>
        <dsp:cNvSpPr/>
      </dsp:nvSpPr>
      <dsp:spPr>
        <a:xfrm>
          <a:off x="4314206" y="578169"/>
          <a:ext cx="1887187" cy="18871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EAA2FC-3E92-4CBC-B39B-95B8308DFD4C}">
      <dsp:nvSpPr>
        <dsp:cNvPr id="0" name=""/>
        <dsp:cNvSpPr/>
      </dsp:nvSpPr>
      <dsp:spPr>
        <a:xfrm>
          <a:off x="4716393" y="980356"/>
          <a:ext cx="1082812" cy="10828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57A88F-C79D-45C3-BE38-90B527E07C39}">
      <dsp:nvSpPr>
        <dsp:cNvPr id="0" name=""/>
        <dsp:cNvSpPr/>
      </dsp:nvSpPr>
      <dsp:spPr>
        <a:xfrm>
          <a:off x="3710925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nl-NL" sz="1700" kern="1200"/>
            <a:t>Frequently used timeframe within healthcare</a:t>
          </a:r>
          <a:endParaRPr lang="en-US" sz="1700" kern="1200"/>
        </a:p>
      </dsp:txBody>
      <dsp:txXfrm>
        <a:off x="3710925" y="3053169"/>
        <a:ext cx="3093750" cy="720000"/>
      </dsp:txXfrm>
    </dsp:sp>
    <dsp:sp modelId="{52AA8D9F-E736-43F8-81A5-D7925902F050}">
      <dsp:nvSpPr>
        <dsp:cNvPr id="0" name=""/>
        <dsp:cNvSpPr/>
      </dsp:nvSpPr>
      <dsp:spPr>
        <a:xfrm>
          <a:off x="7949362" y="578169"/>
          <a:ext cx="1887187" cy="18871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E9F499-A9D4-4A96-AE83-434EBAA967F2}">
      <dsp:nvSpPr>
        <dsp:cNvPr id="0" name=""/>
        <dsp:cNvSpPr/>
      </dsp:nvSpPr>
      <dsp:spPr>
        <a:xfrm>
          <a:off x="8351550" y="980356"/>
          <a:ext cx="1082812" cy="10828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C81CB7-2922-43D6-9012-5579E8A07C6D}">
      <dsp:nvSpPr>
        <dsp:cNvPr id="0" name=""/>
        <dsp:cNvSpPr/>
      </dsp:nvSpPr>
      <dsp:spPr>
        <a:xfrm>
          <a:off x="7346081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nl-NL" sz="1700" kern="1200" dirty="0"/>
            <a:t>&gt;30 = 0 </a:t>
          </a:r>
          <a:r>
            <a:rPr lang="nl-NL" sz="1700" kern="1200" dirty="0" err="1"/>
            <a:t>results</a:t>
          </a:r>
          <a:r>
            <a:rPr lang="nl-NL" sz="1700" kern="1200" dirty="0"/>
            <a:t> in information </a:t>
          </a:r>
          <a:r>
            <a:rPr lang="nl-NL" sz="1700" kern="1200" dirty="0" err="1"/>
            <a:t>loss</a:t>
          </a:r>
          <a:r>
            <a:rPr lang="nl-NL" sz="1700" kern="1200" dirty="0"/>
            <a:t> (</a:t>
          </a:r>
          <a:r>
            <a:rPr lang="nl-NL" sz="1700" kern="1200" dirty="0" err="1"/>
            <a:t>outside</a:t>
          </a:r>
          <a:r>
            <a:rPr lang="nl-NL" sz="1700" kern="1200" dirty="0"/>
            <a:t> of </a:t>
          </a:r>
          <a:r>
            <a:rPr lang="nl-NL" sz="1700" kern="1200" dirty="0" err="1"/>
            <a:t>the</a:t>
          </a:r>
          <a:r>
            <a:rPr lang="nl-NL" sz="1700" kern="1200" dirty="0"/>
            <a:t> project scope)</a:t>
          </a:r>
          <a:endParaRPr lang="en-US" sz="1700" kern="1200" dirty="0"/>
        </a:p>
      </dsp:txBody>
      <dsp:txXfrm>
        <a:off x="7346081" y="3053169"/>
        <a:ext cx="309375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142645-8F64-4474-A40A-4884C6505CDD}">
      <dsp:nvSpPr>
        <dsp:cNvPr id="0" name=""/>
        <dsp:cNvSpPr/>
      </dsp:nvSpPr>
      <dsp:spPr>
        <a:xfrm>
          <a:off x="622800" y="1275667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588B23-81A6-4AEA-87C0-3963D9E25AA7}">
      <dsp:nvSpPr>
        <dsp:cNvPr id="0" name=""/>
        <dsp:cNvSpPr/>
      </dsp:nvSpPr>
      <dsp:spPr>
        <a:xfrm>
          <a:off x="127800" y="235567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700" kern="1200" dirty="0" err="1"/>
            <a:t>Linear</a:t>
          </a:r>
          <a:r>
            <a:rPr lang="nl-NL" sz="1700" kern="1200" dirty="0"/>
            <a:t> </a:t>
          </a:r>
          <a:r>
            <a:rPr lang="nl-NL" sz="1700" kern="1200" dirty="0" err="1"/>
            <a:t>regression</a:t>
          </a:r>
          <a:endParaRPr lang="en-US" sz="1700" kern="1200" dirty="0"/>
        </a:p>
      </dsp:txBody>
      <dsp:txXfrm>
        <a:off x="127800" y="2355670"/>
        <a:ext cx="1800000" cy="720000"/>
      </dsp:txXfrm>
    </dsp:sp>
    <dsp:sp modelId="{41978E04-AF97-46D8-B358-C9FC2865ECBD}">
      <dsp:nvSpPr>
        <dsp:cNvPr id="0" name=""/>
        <dsp:cNvSpPr/>
      </dsp:nvSpPr>
      <dsp:spPr>
        <a:xfrm>
          <a:off x="2737800" y="1275667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7A9B61-2712-4C7B-9BB2-C184ED713670}">
      <dsp:nvSpPr>
        <dsp:cNvPr id="0" name=""/>
        <dsp:cNvSpPr/>
      </dsp:nvSpPr>
      <dsp:spPr>
        <a:xfrm>
          <a:off x="2242800" y="235567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700" kern="1200" dirty="0" err="1"/>
            <a:t>Logistic</a:t>
          </a:r>
          <a:r>
            <a:rPr lang="nl-NL" sz="1700" kern="1200" dirty="0"/>
            <a:t> </a:t>
          </a:r>
          <a:r>
            <a:rPr lang="nl-NL" sz="1700" kern="1200" dirty="0" err="1"/>
            <a:t>regression</a:t>
          </a:r>
          <a:r>
            <a:rPr lang="nl-NL" sz="1700" kern="1200" dirty="0"/>
            <a:t> </a:t>
          </a:r>
          <a:endParaRPr lang="en-US" sz="1700" kern="1200" dirty="0"/>
        </a:p>
      </dsp:txBody>
      <dsp:txXfrm>
        <a:off x="2242800" y="2355670"/>
        <a:ext cx="1800000" cy="720000"/>
      </dsp:txXfrm>
    </dsp:sp>
    <dsp:sp modelId="{BCF9ECE3-691B-4E51-A7CE-71DA0CD8DE45}">
      <dsp:nvSpPr>
        <dsp:cNvPr id="0" name=""/>
        <dsp:cNvSpPr/>
      </dsp:nvSpPr>
      <dsp:spPr>
        <a:xfrm>
          <a:off x="4852800" y="1275667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18F541-0BCA-45AF-835F-753E6B55DDB5}">
      <dsp:nvSpPr>
        <dsp:cNvPr id="0" name=""/>
        <dsp:cNvSpPr/>
      </dsp:nvSpPr>
      <dsp:spPr>
        <a:xfrm>
          <a:off x="4357800" y="235567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700" kern="1200"/>
            <a:t>Tree based models</a:t>
          </a:r>
          <a:endParaRPr lang="en-US" sz="1700" kern="1200"/>
        </a:p>
      </dsp:txBody>
      <dsp:txXfrm>
        <a:off x="4357800" y="2355670"/>
        <a:ext cx="1800000" cy="720000"/>
      </dsp:txXfrm>
    </dsp:sp>
    <dsp:sp modelId="{92E0F191-ADC2-4C8A-9203-4FAEC19D460A}">
      <dsp:nvSpPr>
        <dsp:cNvPr id="0" name=""/>
        <dsp:cNvSpPr/>
      </dsp:nvSpPr>
      <dsp:spPr>
        <a:xfrm>
          <a:off x="6967800" y="1275667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56C044-0059-400C-BDFF-334892C47717}">
      <dsp:nvSpPr>
        <dsp:cNvPr id="0" name=""/>
        <dsp:cNvSpPr/>
      </dsp:nvSpPr>
      <dsp:spPr>
        <a:xfrm>
          <a:off x="6472800" y="235567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700" b="0" i="0" u="none" kern="1200" dirty="0"/>
            <a:t>Limited </a:t>
          </a:r>
          <a:r>
            <a:rPr lang="nl-NL" sz="1700" b="0" i="0" u="none" kern="1200" dirty="0" err="1"/>
            <a:t>predictive</a:t>
          </a:r>
          <a:r>
            <a:rPr lang="nl-NL" sz="1700" b="0" i="0" u="none" kern="1200" dirty="0"/>
            <a:t> performance</a:t>
          </a:r>
          <a:endParaRPr lang="en-US" sz="1700" kern="1200" dirty="0"/>
        </a:p>
      </dsp:txBody>
      <dsp:txXfrm>
        <a:off x="6472800" y="2355670"/>
        <a:ext cx="1800000" cy="720000"/>
      </dsp:txXfrm>
    </dsp:sp>
    <dsp:sp modelId="{255B8055-685C-4352-A476-7ACA771CF416}">
      <dsp:nvSpPr>
        <dsp:cNvPr id="0" name=""/>
        <dsp:cNvSpPr/>
      </dsp:nvSpPr>
      <dsp:spPr>
        <a:xfrm>
          <a:off x="9082800" y="1275667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B33A6D-42C1-456B-B608-339F3F2BEE10}">
      <dsp:nvSpPr>
        <dsp:cNvPr id="0" name=""/>
        <dsp:cNvSpPr/>
      </dsp:nvSpPr>
      <dsp:spPr>
        <a:xfrm>
          <a:off x="8587800" y="235567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700" kern="1200" dirty="0" err="1"/>
            <a:t>One</a:t>
          </a:r>
          <a:r>
            <a:rPr lang="nl-NL" sz="1700" kern="1200" dirty="0"/>
            <a:t> common </a:t>
          </a:r>
          <a:r>
            <a:rPr lang="nl-NL" sz="1700" kern="1200" dirty="0" err="1"/>
            <a:t>denominator</a:t>
          </a:r>
          <a:r>
            <a:rPr lang="nl-NL" sz="1700" kern="1200" dirty="0"/>
            <a:t>: Data </a:t>
          </a:r>
          <a:r>
            <a:rPr lang="nl-NL" sz="1700" kern="1200" dirty="0" err="1"/>
            <a:t>quality</a:t>
          </a:r>
          <a:r>
            <a:rPr lang="nl-NL" sz="1700" kern="1200" dirty="0"/>
            <a:t> issue</a:t>
          </a:r>
          <a:endParaRPr lang="en-US" sz="1700" kern="1200" dirty="0"/>
        </a:p>
      </dsp:txBody>
      <dsp:txXfrm>
        <a:off x="8587800" y="2355670"/>
        <a:ext cx="180000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4D00E0-C94D-4D09-A140-7C9EE202CA1F}">
      <dsp:nvSpPr>
        <dsp:cNvPr id="0" name=""/>
        <dsp:cNvSpPr/>
      </dsp:nvSpPr>
      <dsp:spPr>
        <a:xfrm>
          <a:off x="1078918" y="633965"/>
          <a:ext cx="930634" cy="93063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5A3D64-6F9A-4528-AC3D-4C809035567C}">
      <dsp:nvSpPr>
        <dsp:cNvPr id="0" name=""/>
        <dsp:cNvSpPr/>
      </dsp:nvSpPr>
      <dsp:spPr>
        <a:xfrm>
          <a:off x="510197" y="1855936"/>
          <a:ext cx="206807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2200" kern="1200"/>
            <a:t>Streamlit dashboard</a:t>
          </a:r>
          <a:endParaRPr lang="en-US" sz="2200" kern="1200"/>
        </a:p>
      </dsp:txBody>
      <dsp:txXfrm>
        <a:off x="510197" y="1855936"/>
        <a:ext cx="2068076" cy="720000"/>
      </dsp:txXfrm>
    </dsp:sp>
    <dsp:sp modelId="{BD637473-ABB4-4C0D-9B86-DA49507C8A67}">
      <dsp:nvSpPr>
        <dsp:cNvPr id="0" name=""/>
        <dsp:cNvSpPr/>
      </dsp:nvSpPr>
      <dsp:spPr>
        <a:xfrm>
          <a:off x="3508908" y="633965"/>
          <a:ext cx="930634" cy="93063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EBA72C-C34A-4E29-8DC3-B22258CBADE8}">
      <dsp:nvSpPr>
        <dsp:cNvPr id="0" name=""/>
        <dsp:cNvSpPr/>
      </dsp:nvSpPr>
      <dsp:spPr>
        <a:xfrm>
          <a:off x="2940187" y="1855936"/>
          <a:ext cx="206807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2200" kern="1200"/>
            <a:t>User friendly UI design</a:t>
          </a:r>
          <a:endParaRPr lang="en-US" sz="2200" kern="1200"/>
        </a:p>
      </dsp:txBody>
      <dsp:txXfrm>
        <a:off x="2940187" y="1855936"/>
        <a:ext cx="2068076" cy="720000"/>
      </dsp:txXfrm>
    </dsp:sp>
    <dsp:sp modelId="{B545E6D5-27D3-469F-8787-AE7BF7995A7B}">
      <dsp:nvSpPr>
        <dsp:cNvPr id="0" name=""/>
        <dsp:cNvSpPr/>
      </dsp:nvSpPr>
      <dsp:spPr>
        <a:xfrm>
          <a:off x="5938897" y="633965"/>
          <a:ext cx="930634" cy="93063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ECC4A5-2463-4ED3-B9F2-551A7522C50C}">
      <dsp:nvSpPr>
        <dsp:cNvPr id="0" name=""/>
        <dsp:cNvSpPr/>
      </dsp:nvSpPr>
      <dsp:spPr>
        <a:xfrm>
          <a:off x="5370176" y="1855936"/>
          <a:ext cx="206807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2200" kern="1200"/>
            <a:t>Model data saves</a:t>
          </a:r>
          <a:endParaRPr lang="en-US" sz="2200" kern="1200"/>
        </a:p>
      </dsp:txBody>
      <dsp:txXfrm>
        <a:off x="5370176" y="1855936"/>
        <a:ext cx="2068076" cy="720000"/>
      </dsp:txXfrm>
    </dsp:sp>
    <dsp:sp modelId="{AA09FD43-6E47-49EE-BCA9-5522559D8223}">
      <dsp:nvSpPr>
        <dsp:cNvPr id="0" name=""/>
        <dsp:cNvSpPr/>
      </dsp:nvSpPr>
      <dsp:spPr>
        <a:xfrm>
          <a:off x="8368887" y="633965"/>
          <a:ext cx="930634" cy="93063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519C68-C291-4141-BA14-279B4D8A9630}">
      <dsp:nvSpPr>
        <dsp:cNvPr id="0" name=""/>
        <dsp:cNvSpPr/>
      </dsp:nvSpPr>
      <dsp:spPr>
        <a:xfrm>
          <a:off x="7800166" y="1855936"/>
          <a:ext cx="206807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2200" kern="1200"/>
            <a:t>Reproducable to a certain extent</a:t>
          </a:r>
          <a:endParaRPr lang="en-US" sz="2200" kern="1200"/>
        </a:p>
      </dsp:txBody>
      <dsp:txXfrm>
        <a:off x="7800166" y="1855936"/>
        <a:ext cx="2068076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1D7DC4-D911-4D90-B7E3-BBFD6D6E2404}">
      <dsp:nvSpPr>
        <dsp:cNvPr id="0" name=""/>
        <dsp:cNvSpPr/>
      </dsp:nvSpPr>
      <dsp:spPr>
        <a:xfrm>
          <a:off x="610470" y="7450"/>
          <a:ext cx="1887187" cy="188718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E1D22B-F744-4739-86E3-92367F702D71}">
      <dsp:nvSpPr>
        <dsp:cNvPr id="0" name=""/>
        <dsp:cNvSpPr/>
      </dsp:nvSpPr>
      <dsp:spPr>
        <a:xfrm>
          <a:off x="1012657" y="409638"/>
          <a:ext cx="1082812" cy="10828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897F7C-179E-4F92-A7A1-7F0D64902690}">
      <dsp:nvSpPr>
        <dsp:cNvPr id="0" name=""/>
        <dsp:cNvSpPr/>
      </dsp:nvSpPr>
      <dsp:spPr>
        <a:xfrm>
          <a:off x="7188" y="2482451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nl-NL" sz="1700" kern="1200"/>
            <a:t>More detailed readmission data</a:t>
          </a:r>
          <a:endParaRPr lang="en-US" sz="1700" kern="1200"/>
        </a:p>
      </dsp:txBody>
      <dsp:txXfrm>
        <a:off x="7188" y="2482451"/>
        <a:ext cx="3093750" cy="720000"/>
      </dsp:txXfrm>
    </dsp:sp>
    <dsp:sp modelId="{B04F5F60-56C2-4FB5-964B-5BBD863F4381}">
      <dsp:nvSpPr>
        <dsp:cNvPr id="0" name=""/>
        <dsp:cNvSpPr/>
      </dsp:nvSpPr>
      <dsp:spPr>
        <a:xfrm>
          <a:off x="4245626" y="7450"/>
          <a:ext cx="1887187" cy="188718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135370-09C1-4FFF-9519-C4025479A88B}">
      <dsp:nvSpPr>
        <dsp:cNvPr id="0" name=""/>
        <dsp:cNvSpPr/>
      </dsp:nvSpPr>
      <dsp:spPr>
        <a:xfrm>
          <a:off x="4647813" y="409638"/>
          <a:ext cx="1082812" cy="10828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1EC009-FCB3-43DB-ADA7-E60A51973351}">
      <dsp:nvSpPr>
        <dsp:cNvPr id="0" name=""/>
        <dsp:cNvSpPr/>
      </dsp:nvSpPr>
      <dsp:spPr>
        <a:xfrm>
          <a:off x="3642345" y="2482451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nl-NL" sz="1700" kern="1200"/>
            <a:t>Add additional clinical features (Disease severity, socioeconomic factors)</a:t>
          </a:r>
          <a:endParaRPr lang="en-US" sz="1700" kern="1200"/>
        </a:p>
      </dsp:txBody>
      <dsp:txXfrm>
        <a:off x="3642345" y="2482451"/>
        <a:ext cx="3093750" cy="720000"/>
      </dsp:txXfrm>
    </dsp:sp>
    <dsp:sp modelId="{ABA6980D-16F3-4869-B3E3-D40B442CF9B3}">
      <dsp:nvSpPr>
        <dsp:cNvPr id="0" name=""/>
        <dsp:cNvSpPr/>
      </dsp:nvSpPr>
      <dsp:spPr>
        <a:xfrm>
          <a:off x="7880782" y="7450"/>
          <a:ext cx="1887187" cy="188718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DC7516-5861-4659-A31B-8131E4E80714}">
      <dsp:nvSpPr>
        <dsp:cNvPr id="0" name=""/>
        <dsp:cNvSpPr/>
      </dsp:nvSpPr>
      <dsp:spPr>
        <a:xfrm>
          <a:off x="8282970" y="409638"/>
          <a:ext cx="1082812" cy="10828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3CBA29-AD8B-43AF-98D1-F07668A8045E}">
      <dsp:nvSpPr>
        <dsp:cNvPr id="0" name=""/>
        <dsp:cNvSpPr/>
      </dsp:nvSpPr>
      <dsp:spPr>
        <a:xfrm>
          <a:off x="7277501" y="2482451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nl-NL" sz="1700" kern="1200" dirty="0" err="1"/>
            <a:t>Explore</a:t>
          </a:r>
          <a:r>
            <a:rPr lang="nl-NL" sz="1700" kern="1200" dirty="0"/>
            <a:t> different </a:t>
          </a:r>
          <a:r>
            <a:rPr lang="nl-NL" sz="1700" kern="1200" dirty="0" err="1"/>
            <a:t>modelling</a:t>
          </a:r>
          <a:r>
            <a:rPr lang="nl-NL" sz="1700" kern="1200" dirty="0"/>
            <a:t> approaches (</a:t>
          </a:r>
          <a:r>
            <a:rPr lang="nl-NL" sz="1700" kern="1200" dirty="0" err="1"/>
            <a:t>multiclass</a:t>
          </a:r>
          <a:r>
            <a:rPr lang="nl-NL" sz="1700" kern="1200" dirty="0"/>
            <a:t> </a:t>
          </a:r>
          <a:r>
            <a:rPr lang="nl-NL" sz="1700" kern="1200" dirty="0" err="1"/>
            <a:t>classification</a:t>
          </a:r>
          <a:r>
            <a:rPr lang="nl-NL" sz="1700" kern="1200" dirty="0"/>
            <a:t>)</a:t>
          </a:r>
          <a:endParaRPr lang="en-US" sz="1700" kern="1200" dirty="0"/>
        </a:p>
      </dsp:txBody>
      <dsp:txXfrm>
        <a:off x="7277501" y="2482451"/>
        <a:ext cx="3093750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859B45-DEA9-4FB9-B916-3E56B623DBC5}">
      <dsp:nvSpPr>
        <dsp:cNvPr id="0" name=""/>
        <dsp:cNvSpPr/>
      </dsp:nvSpPr>
      <dsp:spPr>
        <a:xfrm>
          <a:off x="0" y="707092"/>
          <a:ext cx="10515600" cy="13054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21E8F3-B4B2-42A4-B26D-C6E5D711E5BD}">
      <dsp:nvSpPr>
        <dsp:cNvPr id="0" name=""/>
        <dsp:cNvSpPr/>
      </dsp:nvSpPr>
      <dsp:spPr>
        <a:xfrm>
          <a:off x="394883" y="1000807"/>
          <a:ext cx="717970" cy="7179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58F49A-5A77-493F-A4B6-C53E8B875533}">
      <dsp:nvSpPr>
        <dsp:cNvPr id="0" name=""/>
        <dsp:cNvSpPr/>
      </dsp:nvSpPr>
      <dsp:spPr>
        <a:xfrm>
          <a:off x="1507738" y="707092"/>
          <a:ext cx="900786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2500" kern="1200"/>
            <a:t>Data quality &gt; Model complexity</a:t>
          </a:r>
          <a:endParaRPr lang="en-US" sz="2500" kern="1200"/>
        </a:p>
      </dsp:txBody>
      <dsp:txXfrm>
        <a:off x="1507738" y="707092"/>
        <a:ext cx="9007861" cy="1305401"/>
      </dsp:txXfrm>
    </dsp:sp>
    <dsp:sp modelId="{1A2B07B0-DA81-4C19-A288-C95C781AFD44}">
      <dsp:nvSpPr>
        <dsp:cNvPr id="0" name=""/>
        <dsp:cNvSpPr/>
      </dsp:nvSpPr>
      <dsp:spPr>
        <a:xfrm>
          <a:off x="0" y="2338844"/>
          <a:ext cx="10515600" cy="13054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80E8DD-460B-4C11-92E4-469599682F60}">
      <dsp:nvSpPr>
        <dsp:cNvPr id="0" name=""/>
        <dsp:cNvSpPr/>
      </dsp:nvSpPr>
      <dsp:spPr>
        <a:xfrm>
          <a:off x="394883" y="2632559"/>
          <a:ext cx="717970" cy="7179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B66A2F-BC7D-4E57-9C03-A77F749CD3AB}">
      <dsp:nvSpPr>
        <dsp:cNvPr id="0" name=""/>
        <dsp:cNvSpPr/>
      </dsp:nvSpPr>
      <dsp:spPr>
        <a:xfrm>
          <a:off x="1507738" y="2338844"/>
          <a:ext cx="900786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2500" kern="1200"/>
            <a:t>Importance of domain analysis</a:t>
          </a:r>
          <a:endParaRPr lang="en-US" sz="2500" kern="1200"/>
        </a:p>
      </dsp:txBody>
      <dsp:txXfrm>
        <a:off x="1507738" y="2338844"/>
        <a:ext cx="9007861" cy="13054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4B9F39-9D34-ACB7-DF89-8578E8A8F5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1ABC5DF4-28D1-870C-D026-A5E1C8153C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0A3F023-EF7D-249C-4224-C66C2C86B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291DA-6361-2847-90C9-E2DE451576AD}" type="datetimeFigureOut">
              <a:rPr lang="nl-NL" smtClean="0"/>
              <a:t>16-06-2026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D2B0D9B-6479-3987-1B5E-23D64B03F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D50EBA68-8519-582D-CB12-33D0F638D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66790-5814-7B4E-9C6A-9D77E54EFFD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0513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8C5D30-6101-9F15-3D04-19A457722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03D769D-2DBF-2F9E-811A-51B87110C6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52A1541-396A-3899-DD3A-E50A44D78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291DA-6361-2847-90C9-E2DE451576AD}" type="datetimeFigureOut">
              <a:rPr lang="nl-NL" smtClean="0"/>
              <a:t>16-06-2026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08BA4ED-618A-817C-2623-1D42FACFA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35DB463-4788-A2F1-23A6-DD076FD96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66790-5814-7B4E-9C6A-9D77E54EFFD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44899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E09491-CFCC-BD94-67E1-2D352D866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3EBFC28-BD5C-1281-7B35-965E926595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226B193-EF4A-F056-73D0-2F9008E58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291DA-6361-2847-90C9-E2DE451576AD}" type="datetimeFigureOut">
              <a:rPr lang="nl-NL" smtClean="0"/>
              <a:t>16-06-2026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714344A-636E-0FFA-A453-A4DFEAF4C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F47A793-8FEC-64E2-0CD9-E34FCD6EA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66790-5814-7B4E-9C6A-9D77E54EFFD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01900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08EB47-995C-AC68-77CE-78602D171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DCBE4CD-AC06-47F1-68A8-0E6B4EE729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6E50DF5E-F391-B9DE-59D2-B8F722F66A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C3F6EAD8-A51D-B57D-0319-8D0F2FA9E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291DA-6361-2847-90C9-E2DE451576AD}" type="datetimeFigureOut">
              <a:rPr lang="nl-NL" smtClean="0"/>
              <a:t>16-06-2026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94C730C4-3834-FC8A-8957-D27F94064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5B2E3907-DE90-97B3-34D9-E4B050228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66790-5814-7B4E-9C6A-9D77E54EFFD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67151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E2537E-DD88-299C-1EC9-07CB6279B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8923A435-EA2E-012F-9AFA-C7E298DECB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8F4420DE-8A55-77E9-0A05-555AB48EED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8ACF6597-DD82-8904-433C-4F8DA8F6EA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B0E6F84-E531-0FB0-6DFA-8CCDD1F425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710AC222-3D3F-51EB-5630-458FB306E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291DA-6361-2847-90C9-E2DE451576AD}" type="datetimeFigureOut">
              <a:rPr lang="nl-NL" smtClean="0"/>
              <a:t>16-06-2026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C4D46D8B-A72D-7B63-635E-CE8180534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928587B7-FE3B-03C7-DB85-4D13915A5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66790-5814-7B4E-9C6A-9D77E54EFFD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00200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81C5CE-307D-8327-C891-DE848E57E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680A4816-CF1B-E37E-C76C-87C4C8335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291DA-6361-2847-90C9-E2DE451576AD}" type="datetimeFigureOut">
              <a:rPr lang="nl-NL" smtClean="0"/>
              <a:t>16-06-2026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60544C81-AA48-BEEF-BC5E-6C37EF3F4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76380555-E38E-6191-1CEB-90A6FCE20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66790-5814-7B4E-9C6A-9D77E54EFFD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07443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3D1111A1-54DE-37FC-7C7C-A6AA09F30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291DA-6361-2847-90C9-E2DE451576AD}" type="datetimeFigureOut">
              <a:rPr lang="nl-NL" smtClean="0"/>
              <a:t>16-06-2026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9035B289-22AD-1EB8-27D7-B9F07ED82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0580A99-2F6A-AF9E-7D77-11904062F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66790-5814-7B4E-9C6A-9D77E54EFFD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00197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41A455-A4D5-D181-604C-0D4FE36E5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E1E597E-2980-D559-0406-1AE7BA0D7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8E992F50-C597-2B7A-9C36-E5C76A655A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8E0CB333-169E-D928-F346-E317DC6EA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291DA-6361-2847-90C9-E2DE451576AD}" type="datetimeFigureOut">
              <a:rPr lang="nl-NL" smtClean="0"/>
              <a:t>16-06-2026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03CDA820-42EF-CAC1-A638-B0A4EA92C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584431A9-8DBD-BF74-1FCA-8765B569B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66790-5814-7B4E-9C6A-9D77E54EFFD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78863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5545B2-1EAB-D837-A1B9-133FC1C87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560AC5C4-EB98-4D06-B185-30894B13EA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588B4B4F-0650-F673-DFFB-9586052573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7DE60C51-D84D-321A-E339-F202C26D5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291DA-6361-2847-90C9-E2DE451576AD}" type="datetimeFigureOut">
              <a:rPr lang="nl-NL" smtClean="0"/>
              <a:t>16-06-2026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CF701B5A-638D-8DF8-64BC-C0EAFBD44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35A8D60D-BE4E-E860-1189-D1956FE08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66790-5814-7B4E-9C6A-9D77E54EFFD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67504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363720-5E29-E338-0B12-014951750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F52CBD0B-4F17-BC05-337C-0A1B179FA8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3D27FA4-5785-06B7-C2C1-AC4BEAE9E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291DA-6361-2847-90C9-E2DE451576AD}" type="datetimeFigureOut">
              <a:rPr lang="nl-NL" smtClean="0"/>
              <a:t>16-06-2026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64147A86-9A44-7470-A7EE-478E1F5DF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A547118-7F60-7326-0AFC-393F3108B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66790-5814-7B4E-9C6A-9D77E54EFFD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63417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30938884-9BBC-7922-2C65-BFEA423824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69839B96-435E-D37C-D463-A2818125BB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5EF56DC-2A22-78E3-2646-A9F628CE9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291DA-6361-2847-90C9-E2DE451576AD}" type="datetimeFigureOut">
              <a:rPr lang="nl-NL" smtClean="0"/>
              <a:t>16-06-2026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6943090B-05F7-4B7F-BD42-B8EF82801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2C046D3-72FB-D9CB-4C3C-2FAF14473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66790-5814-7B4E-9C6A-9D77E54EFFD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49126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B8EC71B5-B9A5-7626-2BA1-0E9B545BE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AE7D589-53AB-7910-D721-A629EE4374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239E947-3436-0DA2-EBD6-1E2C761FA5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2291DA-6361-2847-90C9-E2DE451576AD}" type="datetimeFigureOut">
              <a:rPr lang="nl-NL" smtClean="0"/>
              <a:t>16-06-2026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464F7CB-FC1A-99CC-4E14-8082560C9E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6C840C2-27A6-F6E2-AC83-74DCF7E2DB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C66790-5814-7B4E-9C6A-9D77E54EFFD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75286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What is a Hospital? Types, Definition &amp; Finding Work">
            <a:extLst>
              <a:ext uri="{FF2B5EF4-FFF2-40B4-BE49-F238E27FC236}">
                <a16:creationId xmlns:a16="http://schemas.microsoft.com/office/drawing/2014/main" id="{BC60F2E0-0D94-2103-6AF3-4599A520F4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85" r="-1" b="6523"/>
          <a:stretch>
            <a:fillRect/>
          </a:stretch>
        </p:blipFill>
        <p:spPr bwMode="auto">
          <a:xfrm>
            <a:off x="20" y="10"/>
            <a:ext cx="1218893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A95310C-C629-4212-520C-12182BE6B4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63240"/>
          </a:xfrm>
        </p:spPr>
        <p:txBody>
          <a:bodyPr>
            <a:normAutofit/>
          </a:bodyPr>
          <a:lstStyle/>
          <a:p>
            <a:r>
              <a:rPr lang="nl-NL" sz="6600" dirty="0" err="1">
                <a:solidFill>
                  <a:schemeClr val="bg1"/>
                </a:solidFill>
              </a:rPr>
              <a:t>Final</a:t>
            </a:r>
            <a:r>
              <a:rPr lang="nl-NL" sz="6600" dirty="0">
                <a:solidFill>
                  <a:schemeClr val="bg1"/>
                </a:solidFill>
              </a:rPr>
              <a:t> </a:t>
            </a:r>
            <a:r>
              <a:rPr lang="nl-NL" sz="6600" dirty="0" err="1">
                <a:solidFill>
                  <a:schemeClr val="bg1"/>
                </a:solidFill>
              </a:rPr>
              <a:t>challenge</a:t>
            </a:r>
            <a:endParaRPr lang="nl-NL" sz="6600" dirty="0">
              <a:solidFill>
                <a:schemeClr val="bg1"/>
              </a:solidFill>
            </a:endParaRP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E1FCF39A-EF7C-6F81-94F7-9C80CD92DF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599432"/>
            <a:ext cx="9144000" cy="1536192"/>
          </a:xfrm>
        </p:spPr>
        <p:txBody>
          <a:bodyPr>
            <a:normAutofit/>
          </a:bodyPr>
          <a:lstStyle/>
          <a:p>
            <a:r>
              <a:rPr lang="nl-NL" dirty="0">
                <a:solidFill>
                  <a:schemeClr val="bg1"/>
                </a:solidFill>
              </a:rPr>
              <a:t>Domain: </a:t>
            </a:r>
            <a:r>
              <a:rPr lang="nl-NL" dirty="0" err="1">
                <a:solidFill>
                  <a:schemeClr val="bg1"/>
                </a:solidFill>
              </a:rPr>
              <a:t>Hospital</a:t>
            </a:r>
            <a:r>
              <a:rPr lang="nl-NL" dirty="0">
                <a:solidFill>
                  <a:schemeClr val="bg1"/>
                </a:solidFill>
              </a:rPr>
              <a:t> </a:t>
            </a:r>
            <a:r>
              <a:rPr lang="nl-NL" dirty="0" err="1">
                <a:solidFill>
                  <a:schemeClr val="bg1"/>
                </a:solidFill>
              </a:rPr>
              <a:t>readmission</a:t>
            </a:r>
            <a:endParaRPr lang="nl-NL" dirty="0">
              <a:solidFill>
                <a:schemeClr val="bg1"/>
              </a:solidFill>
            </a:endParaRPr>
          </a:p>
          <a:p>
            <a:r>
              <a:rPr lang="nl-NL" dirty="0">
                <a:solidFill>
                  <a:schemeClr val="bg1"/>
                </a:solidFill>
              </a:rPr>
              <a:t>Name: Faisal Guleed</a:t>
            </a:r>
          </a:p>
          <a:p>
            <a:r>
              <a:rPr lang="nl-NL" dirty="0">
                <a:solidFill>
                  <a:schemeClr val="bg1"/>
                </a:solidFill>
              </a:rPr>
              <a:t>AI / ML &amp; Data </a:t>
            </a:r>
            <a:r>
              <a:rPr lang="nl-NL" dirty="0" err="1">
                <a:solidFill>
                  <a:schemeClr val="bg1"/>
                </a:solidFill>
              </a:rPr>
              <a:t>Main</a:t>
            </a:r>
            <a:r>
              <a:rPr lang="nl-NL" dirty="0">
                <a:solidFill>
                  <a:schemeClr val="bg1"/>
                </a:solidFill>
              </a:rPr>
              <a:t> semester</a:t>
            </a:r>
          </a:p>
        </p:txBody>
      </p:sp>
      <p:sp>
        <p:nvSpPr>
          <p:cNvPr id="2057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872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48C762D-1680-84EF-F3C1-F3BAC8A37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7101" y="735283"/>
            <a:ext cx="4978399" cy="3165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Demo</a:t>
            </a:r>
          </a:p>
        </p:txBody>
      </p:sp>
      <p:pic>
        <p:nvPicPr>
          <p:cNvPr id="7" name="Graphic 6" descr="Spelen">
            <a:extLst>
              <a:ext uri="{FF2B5EF4-FFF2-40B4-BE49-F238E27FC236}">
                <a16:creationId xmlns:a16="http://schemas.microsoft.com/office/drawing/2014/main" id="{C4C7F187-4B47-B54D-28A9-6BA480DC61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9" name="Graphic 8" descr="Spelen">
            <a:extLst>
              <a:ext uri="{FF2B5EF4-FFF2-40B4-BE49-F238E27FC236}">
                <a16:creationId xmlns:a16="http://schemas.microsoft.com/office/drawing/2014/main" id="{797F55BD-4C1E-46BE-8348-3A4DF5F7AC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600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16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D71960F-724A-F9DA-D54E-2B85D75DC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6501" y="489508"/>
            <a:ext cx="5754896" cy="1667569"/>
          </a:xfrm>
        </p:spPr>
        <p:txBody>
          <a:bodyPr anchor="b">
            <a:normAutofit/>
          </a:bodyPr>
          <a:lstStyle/>
          <a:p>
            <a:r>
              <a:rPr lang="nl-NL" sz="4000" dirty="0" err="1"/>
              <a:t>Why</a:t>
            </a:r>
            <a:r>
              <a:rPr lang="nl-NL" sz="4000" dirty="0"/>
              <a:t> does </a:t>
            </a:r>
            <a:r>
              <a:rPr lang="nl-NL" sz="4000" dirty="0" err="1"/>
              <a:t>this</a:t>
            </a:r>
            <a:r>
              <a:rPr lang="nl-NL" sz="4000" dirty="0"/>
              <a:t> matter?</a:t>
            </a:r>
          </a:p>
        </p:txBody>
      </p:sp>
      <p:pic>
        <p:nvPicPr>
          <p:cNvPr id="7" name="Graphic 6" descr="Medisch">
            <a:extLst>
              <a:ext uri="{FF2B5EF4-FFF2-40B4-BE49-F238E27FC236}">
                <a16:creationId xmlns:a16="http://schemas.microsoft.com/office/drawing/2014/main" id="{F0EC5FDA-F3C3-DD33-0911-F043EE70EF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8130" y="1275070"/>
            <a:ext cx="3876165" cy="3876165"/>
          </a:xfrm>
          <a:prstGeom prst="rect">
            <a:avLst/>
          </a:prstGeom>
        </p:spPr>
      </p:pic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ED49E81-E8D7-1CCE-9304-B7C955B348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6502" y="2405894"/>
            <a:ext cx="5754896" cy="3197464"/>
          </a:xfrm>
        </p:spPr>
        <p:txBody>
          <a:bodyPr anchor="t">
            <a:normAutofit/>
          </a:bodyPr>
          <a:lstStyle/>
          <a:p>
            <a:r>
              <a:rPr lang="nl-NL" sz="2000" dirty="0" err="1"/>
              <a:t>Increased</a:t>
            </a:r>
            <a:r>
              <a:rPr lang="nl-NL" sz="2000" dirty="0"/>
              <a:t> </a:t>
            </a:r>
            <a:r>
              <a:rPr lang="nl-NL" sz="2000" dirty="0" err="1"/>
              <a:t>healthcare</a:t>
            </a:r>
            <a:r>
              <a:rPr lang="nl-NL" sz="2000" dirty="0"/>
              <a:t> </a:t>
            </a:r>
            <a:r>
              <a:rPr lang="nl-NL" sz="2000" dirty="0" err="1"/>
              <a:t>costs</a:t>
            </a:r>
            <a:endParaRPr lang="nl-NL" sz="2000" dirty="0"/>
          </a:p>
          <a:p>
            <a:r>
              <a:rPr lang="nl-NL" sz="2000" dirty="0" err="1"/>
              <a:t>Hospital</a:t>
            </a:r>
            <a:r>
              <a:rPr lang="nl-NL" sz="2000" dirty="0"/>
              <a:t> </a:t>
            </a:r>
            <a:r>
              <a:rPr lang="nl-NL" sz="2000" dirty="0" err="1"/>
              <a:t>capacity</a:t>
            </a:r>
            <a:endParaRPr lang="nl-NL" sz="2000" dirty="0"/>
          </a:p>
          <a:p>
            <a:r>
              <a:rPr lang="nl-NL" sz="2000" dirty="0" err="1"/>
              <a:t>Poor</a:t>
            </a:r>
            <a:r>
              <a:rPr lang="nl-NL" sz="2000" dirty="0"/>
              <a:t> </a:t>
            </a:r>
            <a:r>
              <a:rPr lang="nl-NL" sz="2000" dirty="0" err="1"/>
              <a:t>patient</a:t>
            </a:r>
            <a:r>
              <a:rPr lang="nl-NL" sz="2000" dirty="0"/>
              <a:t> monitoring</a:t>
            </a:r>
          </a:p>
          <a:p>
            <a:endParaRPr lang="nl-NL" sz="2000" dirty="0"/>
          </a:p>
          <a:p>
            <a:endParaRPr lang="nl-NL" sz="2000" dirty="0"/>
          </a:p>
        </p:txBody>
      </p:sp>
      <p:sp>
        <p:nvSpPr>
          <p:cNvPr id="28" name="Rectangle 18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967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6738D349-2EC2-C99F-3E1D-17632EC84E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20" r="162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216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0BF2D2-0429-AE38-8B35-72D3609CF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Domain analysis</a:t>
            </a:r>
          </a:p>
        </p:txBody>
      </p:sp>
      <p:graphicFrame>
        <p:nvGraphicFramePr>
          <p:cNvPr id="5" name="Tijdelijke aanduiding voor inhoud 2">
            <a:extLst>
              <a:ext uri="{FF2B5EF4-FFF2-40B4-BE49-F238E27FC236}">
                <a16:creationId xmlns:a16="http://schemas.microsoft.com/office/drawing/2014/main" id="{FC01D864-EFAE-A884-E78B-306956D22F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248546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0829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51666A8-80A1-4FDD-038C-7B727BE88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/>
          </a:bodyPr>
          <a:lstStyle/>
          <a:p>
            <a:r>
              <a:rPr lang="nl-NL" sz="5200"/>
              <a:t>Feedback from domain teacher</a:t>
            </a:r>
          </a:p>
        </p:txBody>
      </p:sp>
      <p:graphicFrame>
        <p:nvGraphicFramePr>
          <p:cNvPr id="33" name="Tijdelijke aanduiding voor inhoud 2">
            <a:extLst>
              <a:ext uri="{FF2B5EF4-FFF2-40B4-BE49-F238E27FC236}">
                <a16:creationId xmlns:a16="http://schemas.microsoft.com/office/drawing/2014/main" id="{0C8588B2-5595-8E87-D106-D00AF592DC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069089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52770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D7F64A8-D625-4F61-A290-B499BB62A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4CF6C31-5AF9-5C1F-D19B-A6FF9AEDD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7363" y="1671569"/>
            <a:ext cx="5801917" cy="2228760"/>
          </a:xfrm>
        </p:spPr>
        <p:txBody>
          <a:bodyPr anchor="b">
            <a:normAutofit/>
          </a:bodyPr>
          <a:lstStyle/>
          <a:p>
            <a:r>
              <a:rPr lang="nl-NL" sz="4000"/>
              <a:t>Research question</a:t>
            </a:r>
          </a:p>
        </p:txBody>
      </p:sp>
      <p:pic>
        <p:nvPicPr>
          <p:cNvPr id="7" name="Graphic 6" descr="Magnifying glass">
            <a:extLst>
              <a:ext uri="{FF2B5EF4-FFF2-40B4-BE49-F238E27FC236}">
                <a16:creationId xmlns:a16="http://schemas.microsoft.com/office/drawing/2014/main" id="{D136C4B6-9971-92D2-3227-736B5F1385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6948" y="2694018"/>
            <a:ext cx="1198532" cy="1198532"/>
          </a:xfrm>
          <a:prstGeom prst="rect">
            <a:avLst/>
          </a:prstGeom>
        </p:spPr>
      </p:pic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7ED8910-AE93-0EB4-A7BA-1CD589FB45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7364" y="4072044"/>
            <a:ext cx="5801917" cy="20570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dirty="0" err="1"/>
              <a:t>Can</a:t>
            </a:r>
            <a:r>
              <a:rPr lang="nl-NL" sz="2000" dirty="0"/>
              <a:t> </a:t>
            </a:r>
            <a:r>
              <a:rPr lang="nl-NL" sz="2000" dirty="0" err="1"/>
              <a:t>historical</a:t>
            </a:r>
            <a:r>
              <a:rPr lang="nl-NL" sz="2000" dirty="0"/>
              <a:t> </a:t>
            </a:r>
            <a:r>
              <a:rPr lang="nl-NL" sz="2000" dirty="0" err="1"/>
              <a:t>hospital</a:t>
            </a:r>
            <a:r>
              <a:rPr lang="nl-NL" sz="2000" dirty="0"/>
              <a:t> data </a:t>
            </a:r>
            <a:r>
              <a:rPr lang="nl-NL" sz="2000" dirty="0" err="1"/>
              <a:t>be</a:t>
            </a:r>
            <a:r>
              <a:rPr lang="nl-NL" sz="2000" dirty="0"/>
              <a:t> </a:t>
            </a:r>
            <a:r>
              <a:rPr lang="nl-NL" sz="2000" dirty="0" err="1"/>
              <a:t>used</a:t>
            </a:r>
            <a:r>
              <a:rPr lang="nl-NL" sz="2000" dirty="0"/>
              <a:t> </a:t>
            </a:r>
            <a:r>
              <a:rPr lang="nl-NL" sz="2000" dirty="0" err="1"/>
              <a:t>to</a:t>
            </a:r>
            <a:r>
              <a:rPr lang="nl-NL" sz="2000" dirty="0"/>
              <a:t> </a:t>
            </a:r>
            <a:r>
              <a:rPr lang="nl-NL" sz="2000" dirty="0" err="1"/>
              <a:t>estimate</a:t>
            </a:r>
            <a:r>
              <a:rPr lang="nl-NL" sz="2000" dirty="0"/>
              <a:t> </a:t>
            </a:r>
            <a:r>
              <a:rPr lang="nl-NL" sz="2000" dirty="0" err="1"/>
              <a:t>the</a:t>
            </a:r>
            <a:r>
              <a:rPr lang="nl-NL" sz="2000" dirty="0"/>
              <a:t> risk of </a:t>
            </a:r>
            <a:r>
              <a:rPr lang="nl-NL" sz="2000" dirty="0" err="1"/>
              <a:t>readmission</a:t>
            </a:r>
            <a:r>
              <a:rPr lang="nl-NL" sz="2000" dirty="0"/>
              <a:t> </a:t>
            </a:r>
            <a:r>
              <a:rPr lang="nl-NL" sz="2000" dirty="0" err="1"/>
              <a:t>within</a:t>
            </a:r>
            <a:r>
              <a:rPr lang="nl-NL" sz="2000" dirty="0"/>
              <a:t> 30 </a:t>
            </a:r>
            <a:r>
              <a:rPr lang="nl-NL" sz="2000" dirty="0" err="1"/>
              <a:t>days</a:t>
            </a:r>
            <a:r>
              <a:rPr lang="nl-NL" sz="2000" dirty="0"/>
              <a:t> </a:t>
            </a:r>
            <a:r>
              <a:rPr lang="nl-NL" sz="2000" dirty="0" err="1"/>
              <a:t>for</a:t>
            </a:r>
            <a:r>
              <a:rPr lang="nl-NL" sz="2000" dirty="0"/>
              <a:t> </a:t>
            </a:r>
            <a:r>
              <a:rPr lang="nl-NL" sz="2000" dirty="0" err="1"/>
              <a:t>patients</a:t>
            </a:r>
            <a:r>
              <a:rPr lang="nl-NL" sz="2000" dirty="0"/>
              <a:t> </a:t>
            </a:r>
            <a:r>
              <a:rPr lang="nl-NL" sz="2000" dirty="0" err="1"/>
              <a:t>with</a:t>
            </a:r>
            <a:r>
              <a:rPr lang="nl-NL" sz="2000" dirty="0"/>
              <a:t> diabetes?</a:t>
            </a:r>
          </a:p>
        </p:txBody>
      </p:sp>
      <p:pic>
        <p:nvPicPr>
          <p:cNvPr id="9" name="Graphic 8" descr="Magnifying glass">
            <a:extLst>
              <a:ext uri="{FF2B5EF4-FFF2-40B4-BE49-F238E27FC236}">
                <a16:creationId xmlns:a16="http://schemas.microsoft.com/office/drawing/2014/main" id="{46C9D972-1FA1-4553-9BB5-BE3BEFBE2E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41431" y="816337"/>
            <a:ext cx="5225327" cy="5225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1925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ACC89D8-1787-0A65-334E-C0B6DEB5D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842237" cy="1325563"/>
          </a:xfrm>
        </p:spPr>
        <p:txBody>
          <a:bodyPr>
            <a:normAutofit/>
          </a:bodyPr>
          <a:lstStyle/>
          <a:p>
            <a:r>
              <a:rPr lang="nl-NL" sz="5600"/>
              <a:t>Data design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Graphic 12">
            <a:extLst>
              <a:ext uri="{FF2B5EF4-FFF2-40B4-BE49-F238E27FC236}">
                <a16:creationId xmlns:a16="http://schemas.microsoft.com/office/drawing/2014/main" id="{58BDB0EE-D238-415B-9ED8-62AA6AB2A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03882" y="591829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Graphic 11">
            <a:extLst>
              <a:ext uri="{FF2B5EF4-FFF2-40B4-BE49-F238E27FC236}">
                <a16:creationId xmlns:a16="http://schemas.microsoft.com/office/drawing/2014/main" id="{C5B55FC3-961D-4325-82F1-DE92B0D04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62662" y="821124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Graphic 13">
            <a:extLst>
              <a:ext uri="{FF2B5EF4-FFF2-40B4-BE49-F238E27FC236}">
                <a16:creationId xmlns:a16="http://schemas.microsoft.com/office/drawing/2014/main" id="{4C8AB332-D09E-4F28-943C-DABDD4716A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8342" y="1336268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5" name="Tijdelijke aanduiding voor inhoud 2">
            <a:extLst>
              <a:ext uri="{FF2B5EF4-FFF2-40B4-BE49-F238E27FC236}">
                <a16:creationId xmlns:a16="http://schemas.microsoft.com/office/drawing/2014/main" id="{DA86FF8A-7C55-7A12-A1D5-9114F0D8CD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764984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078094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2F6AD5D-350E-E0BD-099E-A3E9381E2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pPr algn="ctr"/>
            <a:r>
              <a:rPr lang="nl-NL">
                <a:solidFill>
                  <a:srgbClr val="FFFFFF"/>
                </a:solidFill>
              </a:rPr>
              <a:t>Analytic approach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ijdelijke aanduiding voor inhoud 2">
            <a:extLst>
              <a:ext uri="{FF2B5EF4-FFF2-40B4-BE49-F238E27FC236}">
                <a16:creationId xmlns:a16="http://schemas.microsoft.com/office/drawing/2014/main" id="{18EB6438-05FE-3878-008C-48050C52B6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4330886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798255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85A043-1431-69C5-5570-D74962CAE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What</a:t>
            </a:r>
            <a:r>
              <a:rPr lang="nl-NL" dirty="0"/>
              <a:t> </a:t>
            </a:r>
            <a:r>
              <a:rPr lang="nl-NL" dirty="0" err="1"/>
              <a:t>if</a:t>
            </a:r>
            <a:r>
              <a:rPr lang="nl-NL" dirty="0"/>
              <a:t> exact </a:t>
            </a:r>
            <a:r>
              <a:rPr lang="nl-NL" dirty="0" err="1"/>
              <a:t>readmission</a:t>
            </a:r>
            <a:r>
              <a:rPr lang="nl-NL" dirty="0"/>
              <a:t> </a:t>
            </a:r>
            <a:r>
              <a:rPr lang="nl-NL" dirty="0" err="1"/>
              <a:t>days</a:t>
            </a:r>
            <a:r>
              <a:rPr lang="nl-NL" dirty="0"/>
              <a:t> had been </a:t>
            </a:r>
            <a:r>
              <a:rPr lang="nl-NL" dirty="0" err="1"/>
              <a:t>available</a:t>
            </a:r>
            <a:r>
              <a:rPr lang="nl-NL" dirty="0"/>
              <a:t>?</a:t>
            </a:r>
          </a:p>
        </p:txBody>
      </p:sp>
      <p:graphicFrame>
        <p:nvGraphicFramePr>
          <p:cNvPr id="6" name="Tabel 5">
            <a:extLst>
              <a:ext uri="{FF2B5EF4-FFF2-40B4-BE49-F238E27FC236}">
                <a16:creationId xmlns:a16="http://schemas.microsoft.com/office/drawing/2014/main" id="{526EE4F0-FA5C-FDAA-03C1-511348764F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4243203"/>
              </p:ext>
            </p:extLst>
          </p:nvPr>
        </p:nvGraphicFramePr>
        <p:xfrm>
          <a:off x="838200" y="3052204"/>
          <a:ext cx="5020442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0221">
                  <a:extLst>
                    <a:ext uri="{9D8B030D-6E8A-4147-A177-3AD203B41FA5}">
                      <a16:colId xmlns:a16="http://schemas.microsoft.com/office/drawing/2014/main" val="638463511"/>
                    </a:ext>
                  </a:extLst>
                </a:gridCol>
                <a:gridCol w="2510221">
                  <a:extLst>
                    <a:ext uri="{9D8B030D-6E8A-4147-A177-3AD203B41FA5}">
                      <a16:colId xmlns:a16="http://schemas.microsoft.com/office/drawing/2014/main" val="5522017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l-NL" dirty="0" err="1"/>
                        <a:t>Actual</a:t>
                      </a:r>
                      <a:r>
                        <a:rPr lang="nl-NL" dirty="0"/>
                        <a:t> </a:t>
                      </a:r>
                      <a:r>
                        <a:rPr lang="nl-NL" dirty="0" err="1"/>
                        <a:t>readmission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Dataset label (</a:t>
                      </a:r>
                      <a:r>
                        <a:rPr lang="nl-NL" dirty="0" err="1"/>
                        <a:t>categorical</a:t>
                      </a:r>
                      <a:r>
                        <a:rPr lang="nl-NL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66723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2 </a:t>
                      </a:r>
                      <a:r>
                        <a:rPr lang="nl-NL" dirty="0" err="1"/>
                        <a:t>days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&lt;30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78903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29 </a:t>
                      </a:r>
                      <a:r>
                        <a:rPr lang="nl-NL" dirty="0" err="1"/>
                        <a:t>days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&lt;30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5138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31 </a:t>
                      </a:r>
                      <a:r>
                        <a:rPr lang="nl-NL" dirty="0" err="1"/>
                        <a:t>days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&gt;30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7477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No </a:t>
                      </a:r>
                      <a:r>
                        <a:rPr lang="nl-NL" dirty="0" err="1"/>
                        <a:t>readmission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4117363"/>
                  </a:ext>
                </a:extLst>
              </a:tr>
            </a:tbl>
          </a:graphicData>
        </a:graphic>
      </p:graphicFrame>
      <p:graphicFrame>
        <p:nvGraphicFramePr>
          <p:cNvPr id="7" name="Tabel 6">
            <a:extLst>
              <a:ext uri="{FF2B5EF4-FFF2-40B4-BE49-F238E27FC236}">
                <a16:creationId xmlns:a16="http://schemas.microsoft.com/office/drawing/2014/main" id="{90D36586-479B-4CFC-F417-B931811B82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1293963"/>
              </p:ext>
            </p:extLst>
          </p:nvPr>
        </p:nvGraphicFramePr>
        <p:xfrm>
          <a:off x="6655676" y="3052204"/>
          <a:ext cx="5020442" cy="2255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0221">
                  <a:extLst>
                    <a:ext uri="{9D8B030D-6E8A-4147-A177-3AD203B41FA5}">
                      <a16:colId xmlns:a16="http://schemas.microsoft.com/office/drawing/2014/main" val="638463511"/>
                    </a:ext>
                  </a:extLst>
                </a:gridCol>
                <a:gridCol w="2510221">
                  <a:extLst>
                    <a:ext uri="{9D8B030D-6E8A-4147-A177-3AD203B41FA5}">
                      <a16:colId xmlns:a16="http://schemas.microsoft.com/office/drawing/2014/main" val="552201740"/>
                    </a:ext>
                  </a:extLst>
                </a:gridCol>
              </a:tblGrid>
              <a:tr h="401320">
                <a:tc>
                  <a:txBody>
                    <a:bodyPr/>
                    <a:lstStyle/>
                    <a:p>
                      <a:r>
                        <a:rPr lang="nl-NL" dirty="0" err="1"/>
                        <a:t>Actual</a:t>
                      </a:r>
                      <a:r>
                        <a:rPr lang="nl-NL" dirty="0"/>
                        <a:t> </a:t>
                      </a:r>
                      <a:r>
                        <a:rPr lang="nl-NL" dirty="0" err="1"/>
                        <a:t>readmission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Dataset label (int)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66723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2 </a:t>
                      </a:r>
                      <a:r>
                        <a:rPr lang="nl-NL" dirty="0" err="1"/>
                        <a:t>days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78903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29 </a:t>
                      </a:r>
                      <a:r>
                        <a:rPr lang="nl-NL" dirty="0" err="1"/>
                        <a:t>days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5138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30 </a:t>
                      </a:r>
                      <a:r>
                        <a:rPr lang="nl-NL" dirty="0" err="1"/>
                        <a:t>days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8067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31 </a:t>
                      </a:r>
                      <a:r>
                        <a:rPr lang="nl-NL" dirty="0" err="1"/>
                        <a:t>days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7477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No </a:t>
                      </a:r>
                      <a:r>
                        <a:rPr lang="nl-NL" dirty="0" err="1"/>
                        <a:t>readmission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4117363"/>
                  </a:ext>
                </a:extLst>
              </a:tr>
            </a:tbl>
          </a:graphicData>
        </a:graphic>
      </p:graphicFrame>
      <p:sp>
        <p:nvSpPr>
          <p:cNvPr id="8" name="Tekstvak 7">
            <a:extLst>
              <a:ext uri="{FF2B5EF4-FFF2-40B4-BE49-F238E27FC236}">
                <a16:creationId xmlns:a16="http://schemas.microsoft.com/office/drawing/2014/main" id="{700E751E-DCFC-2445-152D-120AB08CBC31}"/>
              </a:ext>
            </a:extLst>
          </p:cNvPr>
          <p:cNvSpPr txBox="1"/>
          <p:nvPr/>
        </p:nvSpPr>
        <p:spPr>
          <a:xfrm>
            <a:off x="1114097" y="2238703"/>
            <a:ext cx="3951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b="1" dirty="0" err="1"/>
              <a:t>Current</a:t>
            </a:r>
            <a:r>
              <a:rPr lang="nl-NL" b="1" dirty="0"/>
              <a:t> dataset </a:t>
            </a:r>
            <a:r>
              <a:rPr lang="nl-NL" b="1" dirty="0" err="1"/>
              <a:t>labeling</a:t>
            </a:r>
            <a:endParaRPr lang="nl-NL" b="1" dirty="0"/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C5A233FF-ACC2-18D2-C771-66E5C25C766A}"/>
              </a:ext>
            </a:extLst>
          </p:cNvPr>
          <p:cNvSpPr txBox="1"/>
          <p:nvPr/>
        </p:nvSpPr>
        <p:spPr>
          <a:xfrm>
            <a:off x="6655676" y="2238703"/>
            <a:ext cx="3951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b="1" dirty="0"/>
              <a:t>Dataset </a:t>
            </a:r>
            <a:r>
              <a:rPr lang="nl-NL" b="1" dirty="0" err="1"/>
              <a:t>with</a:t>
            </a:r>
            <a:r>
              <a:rPr lang="nl-NL" b="1" dirty="0"/>
              <a:t> more </a:t>
            </a:r>
            <a:r>
              <a:rPr lang="nl-NL" b="1" dirty="0" err="1"/>
              <a:t>specific</a:t>
            </a:r>
            <a:r>
              <a:rPr lang="nl-NL" b="1" dirty="0"/>
              <a:t> </a:t>
            </a:r>
            <a:r>
              <a:rPr lang="nl-NL" b="1" dirty="0" err="1"/>
              <a:t>labeling</a:t>
            </a: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23084743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 3">
            <a:extLst>
              <a:ext uri="{FF2B5EF4-FFF2-40B4-BE49-F238E27FC236}">
                <a16:creationId xmlns:a16="http://schemas.microsoft.com/office/drawing/2014/main" id="{8CE89669-F1F9-D809-096B-D3866FCFE4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577972"/>
              </p:ext>
            </p:extLst>
          </p:nvPr>
        </p:nvGraphicFramePr>
        <p:xfrm>
          <a:off x="817217" y="1899109"/>
          <a:ext cx="10950714" cy="40246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9866">
                  <a:extLst>
                    <a:ext uri="{9D8B030D-6E8A-4147-A177-3AD203B41FA5}">
                      <a16:colId xmlns:a16="http://schemas.microsoft.com/office/drawing/2014/main" val="4122850788"/>
                    </a:ext>
                  </a:extLst>
                </a:gridCol>
                <a:gridCol w="3266138">
                  <a:extLst>
                    <a:ext uri="{9D8B030D-6E8A-4147-A177-3AD203B41FA5}">
                      <a16:colId xmlns:a16="http://schemas.microsoft.com/office/drawing/2014/main" val="1068253251"/>
                    </a:ext>
                  </a:extLst>
                </a:gridCol>
                <a:gridCol w="2415879">
                  <a:extLst>
                    <a:ext uri="{9D8B030D-6E8A-4147-A177-3AD203B41FA5}">
                      <a16:colId xmlns:a16="http://schemas.microsoft.com/office/drawing/2014/main" val="3610882341"/>
                    </a:ext>
                  </a:extLst>
                </a:gridCol>
                <a:gridCol w="1978831">
                  <a:extLst>
                    <a:ext uri="{9D8B030D-6E8A-4147-A177-3AD203B41FA5}">
                      <a16:colId xmlns:a16="http://schemas.microsoft.com/office/drawing/2014/main" val="2479845458"/>
                    </a:ext>
                  </a:extLst>
                </a:gridCol>
              </a:tblGrid>
              <a:tr h="1135904">
                <a:tc>
                  <a:txBody>
                    <a:bodyPr/>
                    <a:lstStyle/>
                    <a:p>
                      <a:r>
                        <a:rPr lang="nl-NL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err="1"/>
                        <a:t>Reason</a:t>
                      </a:r>
                      <a:r>
                        <a:rPr lang="nl-NL" dirty="0"/>
                        <a:t> </a:t>
                      </a:r>
                      <a:r>
                        <a:rPr lang="nl-NL" dirty="0" err="1"/>
                        <a:t>tested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800" b="0" i="0" u="none" strike="noStrike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Outcome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800" b="0" i="0" u="none" strike="noStrike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Why</a:t>
                      </a:r>
                      <a:r>
                        <a:rPr lang="nl-NL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nl-NL" sz="1800" b="0" i="0" u="none" strike="noStrike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selected</a:t>
                      </a:r>
                      <a:r>
                        <a:rPr lang="nl-NL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nl-NL" sz="1800" b="0" i="0" u="none" strike="noStrike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not</a:t>
                      </a:r>
                      <a:r>
                        <a:rPr lang="nl-NL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nl-NL" sz="1800" b="0" i="0" u="none" strike="noStrike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selected</a:t>
                      </a:r>
                      <a:r>
                        <a:rPr lang="nl-NL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?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4423229"/>
                  </a:ext>
                </a:extLst>
              </a:tr>
              <a:tr h="658103">
                <a:tc>
                  <a:txBody>
                    <a:bodyPr/>
                    <a:lstStyle/>
                    <a:p>
                      <a:r>
                        <a:rPr lang="nl-NL" b="1" dirty="0" err="1"/>
                        <a:t>Linear</a:t>
                      </a:r>
                      <a:r>
                        <a:rPr lang="nl-NL" b="1" dirty="0"/>
                        <a:t> </a:t>
                      </a:r>
                      <a:r>
                        <a:rPr lang="nl-NL" b="1" dirty="0" err="1"/>
                        <a:t>regression</a:t>
                      </a:r>
                      <a:endParaRPr lang="nl-NL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Continious risk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err="1"/>
                        <a:t>Similar</a:t>
                      </a:r>
                      <a:r>
                        <a:rPr lang="nl-NL" dirty="0"/>
                        <a:t> 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Best model overall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827952"/>
                  </a:ext>
                </a:extLst>
              </a:tr>
              <a:tr h="658103">
                <a:tc>
                  <a:txBody>
                    <a:bodyPr/>
                    <a:lstStyle/>
                    <a:p>
                      <a:r>
                        <a:rPr lang="nl-NL" b="1" dirty="0" err="1"/>
                        <a:t>Logistic</a:t>
                      </a:r>
                      <a:r>
                        <a:rPr lang="nl-NL" b="1" dirty="0"/>
                        <a:t> </a:t>
                      </a:r>
                      <a:r>
                        <a:rPr lang="nl-NL" b="1" dirty="0" err="1"/>
                        <a:t>regression</a:t>
                      </a:r>
                      <a:endParaRPr lang="nl-NL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err="1"/>
                        <a:t>Binary</a:t>
                      </a:r>
                      <a:r>
                        <a:rPr lang="nl-NL" dirty="0"/>
                        <a:t> </a:t>
                      </a:r>
                      <a:r>
                        <a:rPr lang="nl-NL" dirty="0" err="1"/>
                        <a:t>classification</a:t>
                      </a:r>
                      <a:r>
                        <a:rPr lang="nl-NL" dirty="0"/>
                        <a:t>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</a:t>
                      </a:r>
                      <a:r>
                        <a:rPr lang="nl-N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substantial</a:t>
                      </a:r>
                      <a:r>
                        <a:rPr lang="nl-N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nl-N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improvement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Less</a:t>
                      </a:r>
                      <a:r>
                        <a:rPr lang="nl-N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nl-N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aligned</a:t>
                      </a:r>
                      <a:r>
                        <a:rPr lang="nl-N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nl-N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with</a:t>
                      </a:r>
                      <a:r>
                        <a:rPr lang="nl-N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stakeholder </a:t>
                      </a:r>
                      <a:r>
                        <a:rPr lang="nl-N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preference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9216172"/>
                  </a:ext>
                </a:extLst>
              </a:tr>
              <a:tr h="658103">
                <a:tc>
                  <a:txBody>
                    <a:bodyPr/>
                    <a:lstStyle/>
                    <a:p>
                      <a:r>
                        <a:rPr lang="nl-NL" b="1" dirty="0" err="1"/>
                        <a:t>Decision</a:t>
                      </a:r>
                      <a:r>
                        <a:rPr lang="nl-NL" b="1" dirty="0"/>
                        <a:t>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Non </a:t>
                      </a:r>
                      <a:r>
                        <a:rPr lang="nl-NL" dirty="0" err="1"/>
                        <a:t>linear</a:t>
                      </a:r>
                      <a:r>
                        <a:rPr lang="nl-NL" dirty="0"/>
                        <a:t> </a:t>
                      </a:r>
                      <a:r>
                        <a:rPr lang="nl-NL" dirty="0" err="1"/>
                        <a:t>relationships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Limited </a:t>
                      </a:r>
                      <a:r>
                        <a:rPr lang="nl-N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gains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Reduced</a:t>
                      </a:r>
                      <a:r>
                        <a:rPr lang="nl-N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nl-N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interpretability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192611"/>
                  </a:ext>
                </a:extLst>
              </a:tr>
              <a:tr h="658103">
                <a:tc>
                  <a:txBody>
                    <a:bodyPr/>
                    <a:lstStyle/>
                    <a:p>
                      <a:r>
                        <a:rPr lang="nl-NL" b="1" dirty="0"/>
                        <a:t>Random </a:t>
                      </a:r>
                      <a:r>
                        <a:rPr lang="nl-NL" b="1" dirty="0" err="1"/>
                        <a:t>forest</a:t>
                      </a:r>
                      <a:endParaRPr lang="nl-NL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err="1"/>
                        <a:t>Stronger</a:t>
                      </a:r>
                      <a:r>
                        <a:rPr lang="nl-NL" dirty="0"/>
                        <a:t> </a:t>
                      </a:r>
                      <a:r>
                        <a:rPr lang="nl-NL" dirty="0" err="1"/>
                        <a:t>predicive</a:t>
                      </a:r>
                      <a:r>
                        <a:rPr lang="nl-NL" dirty="0"/>
                        <a:t> power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Small </a:t>
                      </a:r>
                      <a:r>
                        <a:rPr lang="nl-N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improvements</a:t>
                      </a:r>
                      <a:r>
                        <a:rPr lang="nl-N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nl-N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not</a:t>
                      </a:r>
                      <a:r>
                        <a:rPr lang="nl-N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nl-N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sufficient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Lower</a:t>
                      </a:r>
                      <a:r>
                        <a:rPr lang="nl-N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nl-N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explainability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7672830"/>
                  </a:ext>
                </a:extLst>
              </a:tr>
            </a:tbl>
          </a:graphicData>
        </a:graphic>
      </p:graphicFrame>
      <p:sp>
        <p:nvSpPr>
          <p:cNvPr id="5" name="Tekstvak 4">
            <a:extLst>
              <a:ext uri="{FF2B5EF4-FFF2-40B4-BE49-F238E27FC236}">
                <a16:creationId xmlns:a16="http://schemas.microsoft.com/office/drawing/2014/main" id="{F754CA13-A43D-CC51-6074-2C713B1C3AE3}"/>
              </a:ext>
            </a:extLst>
          </p:cNvPr>
          <p:cNvSpPr txBox="1"/>
          <p:nvPr/>
        </p:nvSpPr>
        <p:spPr>
          <a:xfrm>
            <a:off x="2252869" y="549557"/>
            <a:ext cx="650681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4400" dirty="0"/>
              <a:t>Model </a:t>
            </a:r>
            <a:r>
              <a:rPr lang="nl-NL" sz="4400" dirty="0" err="1"/>
              <a:t>comparison</a:t>
            </a:r>
            <a:endParaRPr lang="nl-NL" sz="4400" dirty="0"/>
          </a:p>
        </p:txBody>
      </p:sp>
    </p:spTree>
    <p:extLst>
      <p:ext uri="{BB962C8B-B14F-4D97-AF65-F5344CB8AC3E}">
        <p14:creationId xmlns:p14="http://schemas.microsoft.com/office/powerpoint/2010/main" val="17734376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981003-435A-084E-3AB0-B35233F01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Final</a:t>
            </a:r>
            <a:r>
              <a:rPr lang="nl-NL" dirty="0"/>
              <a:t> model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B3CD7CE-2CEB-63B6-7CB1-AA7B310526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 err="1"/>
              <a:t>Linear</a:t>
            </a:r>
            <a:r>
              <a:rPr lang="nl-NL" dirty="0"/>
              <a:t> </a:t>
            </a:r>
            <a:r>
              <a:rPr lang="nl-NL" dirty="0" err="1"/>
              <a:t>regression</a:t>
            </a:r>
            <a:endParaRPr lang="nl-NL" dirty="0"/>
          </a:p>
          <a:p>
            <a:pPr marL="0" indent="0">
              <a:buNone/>
            </a:pPr>
            <a:endParaRPr lang="nl-NL" dirty="0"/>
          </a:p>
          <a:p>
            <a:r>
              <a:rPr lang="nl-NL" dirty="0" err="1"/>
              <a:t>Why</a:t>
            </a:r>
            <a:r>
              <a:rPr lang="nl-NL" dirty="0"/>
              <a:t>?   </a:t>
            </a:r>
          </a:p>
          <a:p>
            <a:pPr lvl="1"/>
            <a:r>
              <a:rPr lang="nl-NL" dirty="0" err="1"/>
              <a:t>Interpretability</a:t>
            </a:r>
            <a:endParaRPr lang="nl-NL" dirty="0"/>
          </a:p>
          <a:p>
            <a:pPr lvl="1"/>
            <a:r>
              <a:rPr lang="nl-NL" dirty="0"/>
              <a:t>Teacher </a:t>
            </a:r>
            <a:r>
              <a:rPr lang="nl-NL" dirty="0" err="1"/>
              <a:t>discussions</a:t>
            </a:r>
            <a:endParaRPr lang="nl-NL" dirty="0"/>
          </a:p>
          <a:p>
            <a:pPr lvl="1"/>
            <a:r>
              <a:rPr lang="nl-NL" dirty="0" err="1"/>
              <a:t>Produces</a:t>
            </a:r>
            <a:r>
              <a:rPr lang="nl-NL" dirty="0"/>
              <a:t> a </a:t>
            </a:r>
            <a:r>
              <a:rPr lang="nl-NL" dirty="0" err="1"/>
              <a:t>continuous</a:t>
            </a:r>
            <a:r>
              <a:rPr lang="nl-NL" dirty="0"/>
              <a:t> risk score</a:t>
            </a:r>
          </a:p>
          <a:p>
            <a:pPr lvl="1"/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744835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FC6F031-6E33-B648-585F-82C9C80B1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Model results</a:t>
            </a:r>
          </a:p>
        </p:txBody>
      </p:sp>
      <p:graphicFrame>
        <p:nvGraphicFramePr>
          <p:cNvPr id="4" name="Tabel 3">
            <a:extLst>
              <a:ext uri="{FF2B5EF4-FFF2-40B4-BE49-F238E27FC236}">
                <a16:creationId xmlns:a16="http://schemas.microsoft.com/office/drawing/2014/main" id="{C4ED81A7-20A5-6578-4A97-A44498B44F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2968871"/>
              </p:ext>
            </p:extLst>
          </p:nvPr>
        </p:nvGraphicFramePr>
        <p:xfrm>
          <a:off x="3980347" y="2595345"/>
          <a:ext cx="4228254" cy="2950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4727">
                  <a:extLst>
                    <a:ext uri="{9D8B030D-6E8A-4147-A177-3AD203B41FA5}">
                      <a16:colId xmlns:a16="http://schemas.microsoft.com/office/drawing/2014/main" val="3834744179"/>
                    </a:ext>
                  </a:extLst>
                </a:gridCol>
                <a:gridCol w="2393527">
                  <a:extLst>
                    <a:ext uri="{9D8B030D-6E8A-4147-A177-3AD203B41FA5}">
                      <a16:colId xmlns:a16="http://schemas.microsoft.com/office/drawing/2014/main" val="826815585"/>
                    </a:ext>
                  </a:extLst>
                </a:gridCol>
              </a:tblGrid>
              <a:tr h="737616">
                <a:tc>
                  <a:txBody>
                    <a:bodyPr/>
                    <a:lstStyle/>
                    <a:p>
                      <a:r>
                        <a:rPr lang="nl-NL" sz="3300"/>
                        <a:t>Metric 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nl-NL" sz="3300"/>
                        <a:t>score</a:t>
                      </a:r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1317939005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nl-NL" sz="3300"/>
                        <a:t>MAE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nl-NL" sz="3300"/>
                        <a:t>0.19</a:t>
                      </a:r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3902899621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nl-NL" sz="3300"/>
                        <a:t>RMSE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nl-NL" sz="3300"/>
                        <a:t>0.31</a:t>
                      </a:r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3139935742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nl-NL" sz="3300"/>
                        <a:t>R^2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nl-NL" sz="3300"/>
                        <a:t>0.02 (2%)</a:t>
                      </a:r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3228560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68794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38D58F-F5DA-FA3A-068C-0CD419155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3455821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Stakeholder interpretation</a:t>
            </a:r>
            <a:br>
              <a:rPr lang="en-US" sz="3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32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1FFB28EA-833D-FBF5-9F35-950F32B5DA8F}"/>
              </a:ext>
            </a:extLst>
          </p:cNvPr>
          <p:cNvSpPr txBox="1"/>
          <p:nvPr/>
        </p:nvSpPr>
        <p:spPr>
          <a:xfrm>
            <a:off x="876693" y="2533476"/>
            <a:ext cx="3455821" cy="344783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Output = Risk score not probability!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Risk score of 0.03 = low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Risk score of 0.11 =   moderate (Average of risk scores)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Risk score of 0.20 = higher than average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Thresholds only for demonstration purposes</a:t>
            </a:r>
          </a:p>
        </p:txBody>
      </p:sp>
      <p:grpSp>
        <p:nvGrpSpPr>
          <p:cNvPr id="15" name="Group 9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6" name="Rectangle 10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1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4" name="Tijdelijke aanduiding voor inhoud 3">
            <a:extLst>
              <a:ext uri="{FF2B5EF4-FFF2-40B4-BE49-F238E27FC236}">
                <a16:creationId xmlns:a16="http://schemas.microsoft.com/office/drawing/2014/main" id="{0CF89998-1EFB-6CAC-9D4B-689D3055EA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5096965"/>
              </p:ext>
            </p:extLst>
          </p:nvPr>
        </p:nvGraphicFramePr>
        <p:xfrm>
          <a:off x="4987672" y="1678438"/>
          <a:ext cx="6389347" cy="3510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0314">
                  <a:extLst>
                    <a:ext uri="{9D8B030D-6E8A-4147-A177-3AD203B41FA5}">
                      <a16:colId xmlns:a16="http://schemas.microsoft.com/office/drawing/2014/main" val="3818012786"/>
                    </a:ext>
                  </a:extLst>
                </a:gridCol>
                <a:gridCol w="2154490">
                  <a:extLst>
                    <a:ext uri="{9D8B030D-6E8A-4147-A177-3AD203B41FA5}">
                      <a16:colId xmlns:a16="http://schemas.microsoft.com/office/drawing/2014/main" val="1152964385"/>
                    </a:ext>
                  </a:extLst>
                </a:gridCol>
                <a:gridCol w="2994543">
                  <a:extLst>
                    <a:ext uri="{9D8B030D-6E8A-4147-A177-3AD203B41FA5}">
                      <a16:colId xmlns:a16="http://schemas.microsoft.com/office/drawing/2014/main" val="4133636472"/>
                    </a:ext>
                  </a:extLst>
                </a:gridCol>
              </a:tblGrid>
              <a:tr h="877609">
                <a:tc>
                  <a:txBody>
                    <a:bodyPr/>
                    <a:lstStyle/>
                    <a:p>
                      <a:r>
                        <a:rPr lang="nl-NL" sz="2300"/>
                        <a:t>Risk score</a:t>
                      </a:r>
                    </a:p>
                  </a:txBody>
                  <a:tcPr marL="118596" marR="118596" marT="59298" marB="59298"/>
                </a:tc>
                <a:tc>
                  <a:txBody>
                    <a:bodyPr/>
                    <a:lstStyle/>
                    <a:p>
                      <a:r>
                        <a:rPr lang="nl-NL" sz="2300"/>
                        <a:t>Interpretation</a:t>
                      </a:r>
                    </a:p>
                  </a:txBody>
                  <a:tcPr marL="118596" marR="118596" marT="59298" marB="59298"/>
                </a:tc>
                <a:tc>
                  <a:txBody>
                    <a:bodyPr/>
                    <a:lstStyle/>
                    <a:p>
                      <a:r>
                        <a:rPr lang="nl-NL" sz="2300"/>
                        <a:t>Possible actions</a:t>
                      </a:r>
                    </a:p>
                  </a:txBody>
                  <a:tcPr marL="118596" marR="118596" marT="59298" marB="59298"/>
                </a:tc>
                <a:extLst>
                  <a:ext uri="{0D108BD9-81ED-4DB2-BD59-A6C34878D82A}">
                    <a16:rowId xmlns:a16="http://schemas.microsoft.com/office/drawing/2014/main" val="3030081002"/>
                  </a:ext>
                </a:extLst>
              </a:tr>
              <a:tr h="877609">
                <a:tc>
                  <a:txBody>
                    <a:bodyPr/>
                    <a:lstStyle/>
                    <a:p>
                      <a:r>
                        <a:rPr lang="nl-NL" sz="23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 – 0.06</a:t>
                      </a:r>
                      <a:endParaRPr lang="nl-NL" sz="2300" dirty="0"/>
                    </a:p>
                  </a:txBody>
                  <a:tcPr marL="118596" marR="118596" marT="59298" marB="59298"/>
                </a:tc>
                <a:tc>
                  <a:txBody>
                    <a:bodyPr/>
                    <a:lstStyle/>
                    <a:p>
                      <a:r>
                        <a:rPr lang="nl-NL" sz="23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Low risk</a:t>
                      </a:r>
                      <a:endParaRPr lang="nl-NL" sz="2300" dirty="0"/>
                    </a:p>
                  </a:txBody>
                  <a:tcPr marL="118596" marR="118596" marT="59298" marB="59298"/>
                </a:tc>
                <a:tc>
                  <a:txBody>
                    <a:bodyPr/>
                    <a:lstStyle/>
                    <a:p>
                      <a:r>
                        <a:rPr lang="nl-NL" sz="23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Standard discharge </a:t>
                      </a:r>
                      <a:r>
                        <a:rPr lang="nl-NL" sz="23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process</a:t>
                      </a:r>
                      <a:endParaRPr lang="nl-NL" sz="2300" dirty="0"/>
                    </a:p>
                  </a:txBody>
                  <a:tcPr marL="118596" marR="118596" marT="59298" marB="59298"/>
                </a:tc>
                <a:extLst>
                  <a:ext uri="{0D108BD9-81ED-4DB2-BD59-A6C34878D82A}">
                    <a16:rowId xmlns:a16="http://schemas.microsoft.com/office/drawing/2014/main" val="2057030251"/>
                  </a:ext>
                </a:extLst>
              </a:tr>
              <a:tr h="877609">
                <a:tc>
                  <a:txBody>
                    <a:bodyPr/>
                    <a:lstStyle/>
                    <a:p>
                      <a:r>
                        <a:rPr lang="nl-NL" sz="23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0.06– 0.15</a:t>
                      </a:r>
                      <a:endParaRPr lang="nl-NL" sz="2300" dirty="0"/>
                    </a:p>
                  </a:txBody>
                  <a:tcPr marL="118596" marR="118596" marT="59298" marB="59298"/>
                </a:tc>
                <a:tc>
                  <a:txBody>
                    <a:bodyPr/>
                    <a:lstStyle/>
                    <a:p>
                      <a:r>
                        <a:rPr lang="nl-NL" sz="23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Moderate risk</a:t>
                      </a:r>
                      <a:endParaRPr lang="nl-NL" sz="2300"/>
                    </a:p>
                  </a:txBody>
                  <a:tcPr marL="118596" marR="118596" marT="59298" marB="59298"/>
                </a:tc>
                <a:tc>
                  <a:txBody>
                    <a:bodyPr/>
                    <a:lstStyle/>
                    <a:p>
                      <a:r>
                        <a:rPr lang="nl-NL" sz="23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Consider follow-up contact</a:t>
                      </a:r>
                      <a:endParaRPr lang="nl-NL" sz="2300"/>
                    </a:p>
                  </a:txBody>
                  <a:tcPr marL="118596" marR="118596" marT="59298" marB="59298"/>
                </a:tc>
                <a:extLst>
                  <a:ext uri="{0D108BD9-81ED-4DB2-BD59-A6C34878D82A}">
                    <a16:rowId xmlns:a16="http://schemas.microsoft.com/office/drawing/2014/main" val="2611161960"/>
                  </a:ext>
                </a:extLst>
              </a:tr>
              <a:tr h="877609">
                <a:tc>
                  <a:txBody>
                    <a:bodyPr/>
                    <a:lstStyle/>
                    <a:p>
                      <a:r>
                        <a:rPr lang="nl-NL" sz="23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 0.15</a:t>
                      </a:r>
                      <a:endParaRPr lang="nl-NL" sz="2300" dirty="0"/>
                    </a:p>
                  </a:txBody>
                  <a:tcPr marL="118596" marR="118596" marT="59298" marB="59298"/>
                </a:tc>
                <a:tc>
                  <a:txBody>
                    <a:bodyPr/>
                    <a:lstStyle/>
                    <a:p>
                      <a:r>
                        <a:rPr lang="nl-NL" sz="23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Higher risk</a:t>
                      </a:r>
                      <a:endParaRPr lang="nl-NL" sz="2300"/>
                    </a:p>
                  </a:txBody>
                  <a:tcPr marL="118596" marR="118596" marT="59298" marB="59298"/>
                </a:tc>
                <a:tc>
                  <a:txBody>
                    <a:bodyPr/>
                    <a:lstStyle/>
                    <a:p>
                      <a:r>
                        <a:rPr lang="nl-NL" sz="23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Additional</a:t>
                      </a:r>
                      <a:r>
                        <a:rPr lang="nl-NL" sz="23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review or support</a:t>
                      </a:r>
                      <a:endParaRPr lang="nl-NL" sz="2300" dirty="0"/>
                    </a:p>
                  </a:txBody>
                  <a:tcPr marL="118596" marR="118596" marT="59298" marB="59298"/>
                </a:tc>
                <a:extLst>
                  <a:ext uri="{0D108BD9-81ED-4DB2-BD59-A6C34878D82A}">
                    <a16:rowId xmlns:a16="http://schemas.microsoft.com/office/drawing/2014/main" val="33245776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5786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7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6FC4F7E-078A-6E93-6F49-FA0636CDE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nl-NL" sz="4800"/>
              <a:t>Deployment &amp; feedback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ijdelijke aanduiding voor inhoud 2">
            <a:extLst>
              <a:ext uri="{FF2B5EF4-FFF2-40B4-BE49-F238E27FC236}">
                <a16:creationId xmlns:a16="http://schemas.microsoft.com/office/drawing/2014/main" id="{95B9DEDD-19A2-CEF8-284E-067F7AE594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4318246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685036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3049309-BD86-6320-66B1-DB53C6018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nl-NL" sz="4800"/>
              <a:t>Future improvements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ijdelijke aanduiding voor inhoud 2">
            <a:extLst>
              <a:ext uri="{FF2B5EF4-FFF2-40B4-BE49-F238E27FC236}">
                <a16:creationId xmlns:a16="http://schemas.microsoft.com/office/drawing/2014/main" id="{9E07A7E0-C0C6-2E44-C135-F06561EE73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2466052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670858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0D5AD3-871E-BD50-4A8C-C527FDBF9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Reflection</a:t>
            </a:r>
          </a:p>
        </p:txBody>
      </p:sp>
      <p:graphicFrame>
        <p:nvGraphicFramePr>
          <p:cNvPr id="61" name="Tijdelijke aanduiding voor inhoud 2">
            <a:extLst>
              <a:ext uri="{FF2B5EF4-FFF2-40B4-BE49-F238E27FC236}">
                <a16:creationId xmlns:a16="http://schemas.microsoft.com/office/drawing/2014/main" id="{9C70F525-AE21-A317-0C50-F387B014A8A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95349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3D8892F-69AE-1CFF-224F-A4783D202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2091" y="501651"/>
            <a:ext cx="4395340" cy="17162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3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Reflection on learning outcomes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D02F3AE1-EF85-C53B-7685-8C3A448B0E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9143" y="744360"/>
            <a:ext cx="5221625" cy="5369281"/>
          </a:xfrm>
          <a:prstGeom prst="rect">
            <a:avLst/>
          </a:prstGeom>
        </p:spPr>
      </p:pic>
      <p:sp>
        <p:nvSpPr>
          <p:cNvPr id="6" name="Tekstvak 5">
            <a:extLst>
              <a:ext uri="{FF2B5EF4-FFF2-40B4-BE49-F238E27FC236}">
                <a16:creationId xmlns:a16="http://schemas.microsoft.com/office/drawing/2014/main" id="{D629C6BD-544A-6EC5-987D-9A0C1FCA4E5F}"/>
              </a:ext>
            </a:extLst>
          </p:cNvPr>
          <p:cNvSpPr txBox="1"/>
          <p:nvPr/>
        </p:nvSpPr>
        <p:spPr>
          <a:xfrm>
            <a:off x="6392583" y="2645922"/>
            <a:ext cx="4434721" cy="37104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Domain analysis validation (Senne &amp; John)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Explainable AI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31029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BC7C892-9B43-E30D-675F-993576D4D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7101" y="735283"/>
            <a:ext cx="4978399" cy="3165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Questions</a:t>
            </a:r>
          </a:p>
        </p:txBody>
      </p:sp>
      <p:pic>
        <p:nvPicPr>
          <p:cNvPr id="6" name="Graphic 5" descr="Help">
            <a:extLst>
              <a:ext uri="{FF2B5EF4-FFF2-40B4-BE49-F238E27FC236}">
                <a16:creationId xmlns:a16="http://schemas.microsoft.com/office/drawing/2014/main" id="{F73D482B-0796-123A-CB4A-25C3C520D2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8" name="Graphic 7" descr="Help">
            <a:extLst>
              <a:ext uri="{FF2B5EF4-FFF2-40B4-BE49-F238E27FC236}">
                <a16:creationId xmlns:a16="http://schemas.microsoft.com/office/drawing/2014/main" id="{F51ED1A4-1CAA-47EA-9990-C90D10F887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240860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4534</TotalTime>
  <Words>436</Words>
  <Application>Microsoft Macintosh PowerPoint</Application>
  <PresentationFormat>Breedbeeld</PresentationFormat>
  <Paragraphs>136</Paragraphs>
  <Slides>19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Kantoorthema</vt:lpstr>
      <vt:lpstr>Final challenge</vt:lpstr>
      <vt:lpstr>Demo</vt:lpstr>
      <vt:lpstr>Why does this matter?</vt:lpstr>
      <vt:lpstr>PowerPoint-presentatie</vt:lpstr>
      <vt:lpstr>Domain analysis</vt:lpstr>
      <vt:lpstr>Feedback from domain teacher</vt:lpstr>
      <vt:lpstr>Research question</vt:lpstr>
      <vt:lpstr>Data design</vt:lpstr>
      <vt:lpstr>Analytic approach</vt:lpstr>
      <vt:lpstr>What if exact readmission days had been available?</vt:lpstr>
      <vt:lpstr>PowerPoint-presentatie</vt:lpstr>
      <vt:lpstr>Final model</vt:lpstr>
      <vt:lpstr>Model results</vt:lpstr>
      <vt:lpstr>Stakeholder interpretation </vt:lpstr>
      <vt:lpstr>Deployment &amp; feedback</vt:lpstr>
      <vt:lpstr>Future improvements</vt:lpstr>
      <vt:lpstr>Reflection</vt:lpstr>
      <vt:lpstr>Reflection on learning outcomes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Guleed,Faisal F.</dc:creator>
  <cp:lastModifiedBy>Guleed,Faisal F.</cp:lastModifiedBy>
  <cp:revision>2</cp:revision>
  <dcterms:created xsi:type="dcterms:W3CDTF">2026-06-13T11:00:32Z</dcterms:created>
  <dcterms:modified xsi:type="dcterms:W3CDTF">2026-06-16T14:42:09Z</dcterms:modified>
</cp:coreProperties>
</file>